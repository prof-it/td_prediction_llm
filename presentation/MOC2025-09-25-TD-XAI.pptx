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72" r:id="rId4"/>
  </p:sldMasterIdLst>
  <p:notesMasterIdLst>
    <p:notesMasterId r:id="rId24"/>
  </p:notesMasterIdLst>
  <p:handoutMasterIdLst>
    <p:handoutMasterId r:id="rId25"/>
  </p:handoutMasterIdLst>
  <p:sldIdLst>
    <p:sldId id="298" r:id="rId5"/>
    <p:sldId id="259" r:id="rId6"/>
    <p:sldId id="304" r:id="rId7"/>
    <p:sldId id="292" r:id="rId8"/>
    <p:sldId id="313" r:id="rId9"/>
    <p:sldId id="271" r:id="rId10"/>
    <p:sldId id="312" r:id="rId11"/>
    <p:sldId id="322" r:id="rId12"/>
    <p:sldId id="315" r:id="rId13"/>
    <p:sldId id="328" r:id="rId14"/>
    <p:sldId id="323" r:id="rId15"/>
    <p:sldId id="324" r:id="rId16"/>
    <p:sldId id="325" r:id="rId17"/>
    <p:sldId id="326" r:id="rId18"/>
    <p:sldId id="327" r:id="rId19"/>
    <p:sldId id="310" r:id="rId20"/>
    <p:sldId id="321" r:id="rId21"/>
    <p:sldId id="330" r:id="rId22"/>
    <p:sldId id="282" r:id="rId23"/>
  </p:sldIdLst>
  <p:sldSz cx="12192000" cy="6858000"/>
  <p:notesSz cx="6858000" cy="9144000"/>
  <p:embeddedFontLst>
    <p:embeddedFont>
      <p:font typeface="Source Sans Pro" panose="020B0503030403020204" pitchFamily="34" charset="0"/>
      <p:regular r:id="rId26"/>
      <p:bold r:id="rId27"/>
      <p:italic r:id="rId28"/>
      <p:boldItalic r:id="rId29"/>
    </p:embeddedFont>
    <p:embeddedFont>
      <p:font typeface="Source Sans Pro Bold" panose="020B0503030403020204" pitchFamily="34" charset="0"/>
      <p:bold r:id="rId30"/>
      <p:italic r:id="rId31"/>
      <p:boldItalic r:id="rId32"/>
    </p:embeddedFont>
    <p:embeddedFont>
      <p:font typeface="Source Serif Pro" panose="02040603050405020204" pitchFamily="18" charset="0"/>
      <p:regular r:id="rId33"/>
      <p:bold r:id="rId34"/>
      <p:italic r:id="rId35"/>
      <p:boldItalic r:id="rId36"/>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00A884"/>
    <a:srgbClr val="E0E0E4"/>
    <a:srgbClr val="832D88"/>
    <a:srgbClr val="DB0721"/>
    <a:srgbClr val="000000"/>
    <a:srgbClr val="00B1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65" autoAdjust="0"/>
    <p:restoredTop sz="83836"/>
  </p:normalViewPr>
  <p:slideViewPr>
    <p:cSldViewPr snapToGrid="0" showGuides="1">
      <p:cViewPr varScale="1">
        <p:scale>
          <a:sx n="89" d="100"/>
          <a:sy n="89" d="100"/>
        </p:scale>
        <p:origin x="168" y="528"/>
      </p:cViewPr>
      <p:guideLst/>
    </p:cSldViewPr>
  </p:slideViewPr>
  <p:outlineViewPr>
    <p:cViewPr>
      <p:scale>
        <a:sx n="33" d="100"/>
        <a:sy n="33" d="100"/>
      </p:scale>
      <p:origin x="0" y="-17256"/>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92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C4C4F5-E39E-9E49-B360-5572B351A882}" type="doc">
      <dgm:prSet loTypeId="urn:microsoft.com/office/officeart/2005/8/layout/default" loCatId="" qsTypeId="urn:microsoft.com/office/officeart/2005/8/quickstyle/simple1" qsCatId="simple" csTypeId="urn:microsoft.com/office/officeart/2005/8/colors/accent0_3" csCatId="mainScheme" phldr="1"/>
      <dgm:spPr/>
      <dgm:t>
        <a:bodyPr/>
        <a:lstStyle/>
        <a:p>
          <a:endParaRPr lang="en-GB"/>
        </a:p>
      </dgm:t>
    </dgm:pt>
    <dgm:pt modelId="{3F01B7C5-9581-7448-9129-3E32F3C62722}">
      <dgm:prSet phldrT="[Text]"/>
      <dgm:spPr/>
      <dgm:t>
        <a:bodyPr/>
        <a:lstStyle/>
        <a:p>
          <a:r>
            <a:rPr lang="en-GB" dirty="0">
              <a:solidFill>
                <a:schemeClr val="tx1"/>
              </a:solidFill>
            </a:rPr>
            <a:t>Explainability</a:t>
          </a:r>
        </a:p>
      </dgm:t>
    </dgm:pt>
    <dgm:pt modelId="{550365AD-23D7-5A41-9CE6-869F6C2D28F1}" type="parTrans" cxnId="{950E601E-16FE-F342-A879-8D7B5F72C67D}">
      <dgm:prSet/>
      <dgm:spPr/>
      <dgm:t>
        <a:bodyPr/>
        <a:lstStyle/>
        <a:p>
          <a:endParaRPr lang="en-GB">
            <a:solidFill>
              <a:schemeClr val="tx1"/>
            </a:solidFill>
          </a:endParaRPr>
        </a:p>
      </dgm:t>
    </dgm:pt>
    <dgm:pt modelId="{48EEF57E-4183-E34C-BB79-6B235FAD93FB}" type="sibTrans" cxnId="{950E601E-16FE-F342-A879-8D7B5F72C67D}">
      <dgm:prSet/>
      <dgm:spPr/>
      <dgm:t>
        <a:bodyPr/>
        <a:lstStyle/>
        <a:p>
          <a:endParaRPr lang="en-GB">
            <a:solidFill>
              <a:schemeClr val="tx1"/>
            </a:solidFill>
          </a:endParaRPr>
        </a:p>
      </dgm:t>
    </dgm:pt>
    <dgm:pt modelId="{51E5365C-8668-4A4F-80A3-7A150D510F2D}">
      <dgm:prSet phldrT="[Text]"/>
      <dgm:spPr/>
      <dgm:t>
        <a:bodyPr/>
        <a:lstStyle/>
        <a:p>
          <a:r>
            <a:rPr lang="en-GB" dirty="0">
              <a:solidFill>
                <a:schemeClr val="tx1"/>
              </a:solidFill>
            </a:rPr>
            <a:t>Influential Features</a:t>
          </a:r>
        </a:p>
      </dgm:t>
    </dgm:pt>
    <dgm:pt modelId="{29F73E14-C43F-6140-8D7F-A01FCC8C09A0}" type="sibTrans" cxnId="{841EB646-0E00-2345-B7E7-7FA08899E06B}">
      <dgm:prSet/>
      <dgm:spPr/>
      <dgm:t>
        <a:bodyPr/>
        <a:lstStyle/>
        <a:p>
          <a:endParaRPr lang="en-GB">
            <a:solidFill>
              <a:schemeClr val="tx1"/>
            </a:solidFill>
          </a:endParaRPr>
        </a:p>
      </dgm:t>
    </dgm:pt>
    <dgm:pt modelId="{85499377-1830-D64E-B90E-FBDA5D25F1C9}" type="parTrans" cxnId="{841EB646-0E00-2345-B7E7-7FA08899E06B}">
      <dgm:prSet/>
      <dgm:spPr/>
      <dgm:t>
        <a:bodyPr/>
        <a:lstStyle/>
        <a:p>
          <a:endParaRPr lang="en-GB">
            <a:solidFill>
              <a:schemeClr val="tx1"/>
            </a:solidFill>
          </a:endParaRPr>
        </a:p>
      </dgm:t>
    </dgm:pt>
    <dgm:pt modelId="{34C6E022-233B-C240-96E3-99E7289708F5}">
      <dgm:prSet phldrT="[Text]"/>
      <dgm:spPr/>
      <dgm:t>
        <a:bodyPr/>
        <a:lstStyle/>
        <a:p>
          <a:r>
            <a:rPr lang="en-GB" dirty="0">
              <a:solidFill>
                <a:schemeClr val="tx1"/>
              </a:solidFill>
            </a:rPr>
            <a:t>Complexity growth, code churn, author count
Boosting models capture diverse risk signals; RF less nuanced</a:t>
          </a:r>
        </a:p>
      </dgm:t>
    </dgm:pt>
    <dgm:pt modelId="{E9FE2BBD-C073-1848-8A6D-DC55FEE56703}" type="parTrans" cxnId="{122E80DA-4083-CD40-B405-300A1039D495}">
      <dgm:prSet/>
      <dgm:spPr/>
      <dgm:t>
        <a:bodyPr/>
        <a:lstStyle/>
        <a:p>
          <a:endParaRPr lang="en-GB">
            <a:solidFill>
              <a:schemeClr val="tx1"/>
            </a:solidFill>
          </a:endParaRPr>
        </a:p>
      </dgm:t>
    </dgm:pt>
    <dgm:pt modelId="{A694FAEE-5A15-4849-ADB7-B59AC07B3FA2}" type="sibTrans" cxnId="{122E80DA-4083-CD40-B405-300A1039D495}">
      <dgm:prSet/>
      <dgm:spPr/>
      <dgm:t>
        <a:bodyPr/>
        <a:lstStyle/>
        <a:p>
          <a:endParaRPr lang="en-GB">
            <a:solidFill>
              <a:schemeClr val="tx1"/>
            </a:solidFill>
          </a:endParaRPr>
        </a:p>
      </dgm:t>
    </dgm:pt>
    <dgm:pt modelId="{0BA0E09C-D963-5848-9CA1-88014A6BEADD}">
      <dgm:prSet phldrT="[Text]"/>
      <dgm:spPr/>
      <dgm:t>
        <a:bodyPr/>
        <a:lstStyle/>
        <a:p>
          <a:r>
            <a:rPr lang="en-GB" dirty="0">
              <a:solidFill>
                <a:schemeClr val="tx1"/>
              </a:solidFill>
            </a:rPr>
            <a:t>SHAP highlights key risk drivers</a:t>
          </a:r>
        </a:p>
      </dgm:t>
    </dgm:pt>
    <dgm:pt modelId="{73ABF6D5-32E5-F04A-AAD2-9704B55A16CB}" type="parTrans" cxnId="{7DC24F66-83A5-9346-9D6D-ADFA51F3F655}">
      <dgm:prSet/>
      <dgm:spPr/>
      <dgm:t>
        <a:bodyPr/>
        <a:lstStyle/>
        <a:p>
          <a:endParaRPr lang="en-GB">
            <a:solidFill>
              <a:schemeClr val="tx1"/>
            </a:solidFill>
          </a:endParaRPr>
        </a:p>
      </dgm:t>
    </dgm:pt>
    <dgm:pt modelId="{596224A7-4F4F-7E49-AB6B-07041C115B93}" type="sibTrans" cxnId="{7DC24F66-83A5-9346-9D6D-ADFA51F3F655}">
      <dgm:prSet/>
      <dgm:spPr/>
      <dgm:t>
        <a:bodyPr/>
        <a:lstStyle/>
        <a:p>
          <a:endParaRPr lang="en-GB">
            <a:solidFill>
              <a:schemeClr val="tx1"/>
            </a:solidFill>
          </a:endParaRPr>
        </a:p>
      </dgm:t>
    </dgm:pt>
    <dgm:pt modelId="{9BF97294-C3C0-1743-B6AE-693D97EE68E5}">
      <dgm:prSet phldrT="[Text]"/>
      <dgm:spPr/>
      <dgm:t>
        <a:bodyPr/>
        <a:lstStyle/>
        <a:p>
          <a:r>
            <a:rPr lang="en-GB" dirty="0">
              <a:solidFill>
                <a:schemeClr val="tx1"/>
              </a:solidFill>
            </a:rPr>
            <a:t>Guides model selection &amp; refinement</a:t>
          </a:r>
        </a:p>
      </dgm:t>
    </dgm:pt>
    <dgm:pt modelId="{4F6A7C96-C292-8E42-9D12-6C2745EE2E47}" type="parTrans" cxnId="{0779E1EF-5E8B-3841-B335-E22220003123}">
      <dgm:prSet/>
      <dgm:spPr/>
      <dgm:t>
        <a:bodyPr/>
        <a:lstStyle/>
        <a:p>
          <a:endParaRPr lang="en-GB">
            <a:solidFill>
              <a:schemeClr val="tx1"/>
            </a:solidFill>
          </a:endParaRPr>
        </a:p>
      </dgm:t>
    </dgm:pt>
    <dgm:pt modelId="{B0C91CBD-AFC6-2648-B6CA-03A3AA1C5320}" type="sibTrans" cxnId="{0779E1EF-5E8B-3841-B335-E22220003123}">
      <dgm:prSet/>
      <dgm:spPr/>
      <dgm:t>
        <a:bodyPr/>
        <a:lstStyle/>
        <a:p>
          <a:endParaRPr lang="en-GB">
            <a:solidFill>
              <a:schemeClr val="tx1"/>
            </a:solidFill>
          </a:endParaRPr>
        </a:p>
      </dgm:t>
    </dgm:pt>
    <dgm:pt modelId="{D093AFBD-21F1-5E48-8B9B-18B6CFD58AF0}">
      <dgm:prSet phldrT="[Text]"/>
      <dgm:spPr/>
      <dgm:t>
        <a:bodyPr/>
        <a:lstStyle/>
        <a:p>
          <a:r>
            <a:rPr lang="en-GB" dirty="0">
              <a:solidFill>
                <a:schemeClr val="tx1"/>
              </a:solidFill>
            </a:rPr>
            <a:t>Limitations</a:t>
          </a:r>
        </a:p>
      </dgm:t>
    </dgm:pt>
    <dgm:pt modelId="{F1916EF9-9A37-2143-BA86-4639528BDBF3}" type="parTrans" cxnId="{E77CD7AD-0A75-4945-87CC-ED75AB1976A5}">
      <dgm:prSet/>
      <dgm:spPr/>
      <dgm:t>
        <a:bodyPr/>
        <a:lstStyle/>
        <a:p>
          <a:endParaRPr lang="en-GB">
            <a:solidFill>
              <a:schemeClr val="tx1"/>
            </a:solidFill>
          </a:endParaRPr>
        </a:p>
      </dgm:t>
    </dgm:pt>
    <dgm:pt modelId="{1402F301-C9ED-5C45-8477-EDA4D2F557FD}" type="sibTrans" cxnId="{E77CD7AD-0A75-4945-87CC-ED75AB1976A5}">
      <dgm:prSet/>
      <dgm:spPr/>
      <dgm:t>
        <a:bodyPr/>
        <a:lstStyle/>
        <a:p>
          <a:endParaRPr lang="en-GB">
            <a:solidFill>
              <a:schemeClr val="tx1"/>
            </a:solidFill>
          </a:endParaRPr>
        </a:p>
      </dgm:t>
    </dgm:pt>
    <dgm:pt modelId="{483CFA79-1298-7C47-B222-E8BDAE4ACA6C}">
      <dgm:prSet phldrT="[Text]"/>
      <dgm:spPr/>
      <dgm:t>
        <a:bodyPr/>
        <a:lstStyle/>
        <a:p>
          <a:r>
            <a:rPr lang="en-GB" dirty="0">
              <a:solidFill>
                <a:schemeClr val="tx1"/>
              </a:solidFill>
            </a:rPr>
            <a:t>Imbalanced data</a:t>
          </a:r>
          <a:br>
            <a:rPr lang="en-GB" dirty="0">
              <a:solidFill>
                <a:schemeClr val="tx1"/>
              </a:solidFill>
            </a:rPr>
          </a:br>
          <a:r>
            <a:rPr lang="en-GB" dirty="0">
              <a:solidFill>
                <a:schemeClr val="tx1"/>
              </a:solidFill>
            </a:rPr>
            <a:t>→ recall/F1 impacted</a:t>
          </a:r>
        </a:p>
      </dgm:t>
    </dgm:pt>
    <dgm:pt modelId="{1C77DF6E-7E57-1C4A-86C0-D3F470502FAC}" type="parTrans" cxnId="{FD2C50B5-5C13-1A4C-B5C9-744062C3D8B3}">
      <dgm:prSet/>
      <dgm:spPr/>
      <dgm:t>
        <a:bodyPr/>
        <a:lstStyle/>
        <a:p>
          <a:endParaRPr lang="en-GB">
            <a:solidFill>
              <a:schemeClr val="tx1"/>
            </a:solidFill>
          </a:endParaRPr>
        </a:p>
      </dgm:t>
    </dgm:pt>
    <dgm:pt modelId="{1E2C3165-995E-274F-958C-DD732F911900}" type="sibTrans" cxnId="{FD2C50B5-5C13-1A4C-B5C9-744062C3D8B3}">
      <dgm:prSet/>
      <dgm:spPr/>
      <dgm:t>
        <a:bodyPr/>
        <a:lstStyle/>
        <a:p>
          <a:endParaRPr lang="en-GB">
            <a:solidFill>
              <a:schemeClr val="tx1"/>
            </a:solidFill>
          </a:endParaRPr>
        </a:p>
      </dgm:t>
    </dgm:pt>
    <dgm:pt modelId="{724C3327-C422-B940-90F6-6A61F0FB9AFF}">
      <dgm:prSet phldrT="[Text]"/>
      <dgm:spPr/>
      <dgm:t>
        <a:bodyPr/>
        <a:lstStyle/>
        <a:p>
          <a:r>
            <a:rPr lang="en-GB" dirty="0">
              <a:solidFill>
                <a:schemeClr val="tx1"/>
              </a:solidFill>
            </a:rPr>
            <a:t>LLM labels: shortcut risks, human verification needed</a:t>
          </a:r>
        </a:p>
      </dgm:t>
    </dgm:pt>
    <dgm:pt modelId="{A043AB5C-D00E-8B43-9AAF-1C4F6FA3E8D1}" type="parTrans" cxnId="{81DDCE0E-186D-C744-8B1A-982A682C594A}">
      <dgm:prSet/>
      <dgm:spPr/>
      <dgm:t>
        <a:bodyPr/>
        <a:lstStyle/>
        <a:p>
          <a:endParaRPr lang="en-GB">
            <a:solidFill>
              <a:schemeClr val="tx1"/>
            </a:solidFill>
          </a:endParaRPr>
        </a:p>
      </dgm:t>
    </dgm:pt>
    <dgm:pt modelId="{3E68160D-3E1F-6448-8376-6772CE24D34E}" type="sibTrans" cxnId="{81DDCE0E-186D-C744-8B1A-982A682C594A}">
      <dgm:prSet/>
      <dgm:spPr/>
      <dgm:t>
        <a:bodyPr/>
        <a:lstStyle/>
        <a:p>
          <a:endParaRPr lang="en-GB">
            <a:solidFill>
              <a:schemeClr val="tx1"/>
            </a:solidFill>
          </a:endParaRPr>
        </a:p>
      </dgm:t>
    </dgm:pt>
    <dgm:pt modelId="{FFEB15A5-34F3-DA45-8AA8-33DBB95BF6E4}">
      <dgm:prSet phldrT="[Text]"/>
      <dgm:spPr/>
      <dgm:t>
        <a:bodyPr/>
        <a:lstStyle/>
        <a:p>
          <a:r>
            <a:rPr lang="en-GB" dirty="0">
              <a:solidFill>
                <a:schemeClr val="tx1"/>
              </a:solidFill>
            </a:rPr>
            <a:t>Future Outlook</a:t>
          </a:r>
        </a:p>
      </dgm:t>
    </dgm:pt>
    <dgm:pt modelId="{32D9AF25-62C0-FF47-9E92-37F7395F0099}" type="parTrans" cxnId="{D95BE36A-CD8D-774C-BE87-4BCB2C77C004}">
      <dgm:prSet/>
      <dgm:spPr/>
      <dgm:t>
        <a:bodyPr/>
        <a:lstStyle/>
        <a:p>
          <a:endParaRPr lang="en-GB"/>
        </a:p>
      </dgm:t>
    </dgm:pt>
    <dgm:pt modelId="{F97E2118-DDB4-8348-B882-8C4DB0C481ED}" type="sibTrans" cxnId="{D95BE36A-CD8D-774C-BE87-4BCB2C77C004}">
      <dgm:prSet/>
      <dgm:spPr/>
      <dgm:t>
        <a:bodyPr/>
        <a:lstStyle/>
        <a:p>
          <a:endParaRPr lang="en-GB"/>
        </a:p>
      </dgm:t>
    </dgm:pt>
    <dgm:pt modelId="{BE442A1B-3E39-F348-BE37-D6B4363B2A2F}">
      <dgm:prSet phldrT="[Text]"/>
      <dgm:spPr/>
      <dgm:t>
        <a:bodyPr/>
        <a:lstStyle/>
        <a:p>
          <a:r>
            <a:rPr lang="en-GB">
              <a:solidFill>
                <a:schemeClr val="tx1"/>
              </a:solidFill>
            </a:rPr>
            <a:t>Improve label stability &amp; imbalance handling
Human-in-the-loop verification for LLM labeling
Integrate into agile/DevOps pipelines </a:t>
          </a:r>
          <a:r>
            <a:rPr lang="en-GB" dirty="0">
              <a:solidFill>
                <a:schemeClr val="tx1"/>
              </a:solidFill>
            </a:rPr>
            <a:t>label</a:t>
          </a:r>
        </a:p>
      </dgm:t>
    </dgm:pt>
    <dgm:pt modelId="{2E8A6FBC-6473-B34E-8864-9D6EB21AE873}" type="parTrans" cxnId="{279F3FE0-6E4D-CB46-B5D2-6A5E18D29E89}">
      <dgm:prSet/>
      <dgm:spPr/>
      <dgm:t>
        <a:bodyPr/>
        <a:lstStyle/>
        <a:p>
          <a:endParaRPr lang="en-GB"/>
        </a:p>
      </dgm:t>
    </dgm:pt>
    <dgm:pt modelId="{536F2107-C41C-0B43-A61C-E2681B8CF8C5}" type="sibTrans" cxnId="{279F3FE0-6E4D-CB46-B5D2-6A5E18D29E89}">
      <dgm:prSet/>
      <dgm:spPr/>
      <dgm:t>
        <a:bodyPr/>
        <a:lstStyle/>
        <a:p>
          <a:endParaRPr lang="en-GB"/>
        </a:p>
      </dgm:t>
    </dgm:pt>
    <dgm:pt modelId="{EE3DE2A1-8729-7841-A124-C370F768265C}" type="pres">
      <dgm:prSet presAssocID="{0DC4C4F5-E39E-9E49-B360-5572B351A882}" presName="diagram" presStyleCnt="0">
        <dgm:presLayoutVars>
          <dgm:dir/>
          <dgm:resizeHandles val="exact"/>
        </dgm:presLayoutVars>
      </dgm:prSet>
      <dgm:spPr/>
    </dgm:pt>
    <dgm:pt modelId="{323E1431-8147-414E-965F-E92F185F1E92}" type="pres">
      <dgm:prSet presAssocID="{51E5365C-8668-4A4F-80A3-7A150D510F2D}" presName="node" presStyleLbl="node1" presStyleIdx="0" presStyleCnt="4">
        <dgm:presLayoutVars>
          <dgm:bulletEnabled val="1"/>
        </dgm:presLayoutVars>
      </dgm:prSet>
      <dgm:spPr/>
    </dgm:pt>
    <dgm:pt modelId="{C9478514-54D6-964D-BCA9-0DCB7CE5E49D}" type="pres">
      <dgm:prSet presAssocID="{29F73E14-C43F-6140-8D7F-A01FCC8C09A0}" presName="sibTrans" presStyleCnt="0"/>
      <dgm:spPr/>
    </dgm:pt>
    <dgm:pt modelId="{5828FEF8-52FC-ED4D-BE09-9027BB3BE456}" type="pres">
      <dgm:prSet presAssocID="{3F01B7C5-9581-7448-9129-3E32F3C62722}" presName="node" presStyleLbl="node1" presStyleIdx="1" presStyleCnt="4">
        <dgm:presLayoutVars>
          <dgm:bulletEnabled val="1"/>
        </dgm:presLayoutVars>
      </dgm:prSet>
      <dgm:spPr/>
    </dgm:pt>
    <dgm:pt modelId="{4788D18B-87DB-B14A-A1B1-8CE51F3513F2}" type="pres">
      <dgm:prSet presAssocID="{48EEF57E-4183-E34C-BB79-6B235FAD93FB}" presName="sibTrans" presStyleCnt="0"/>
      <dgm:spPr/>
    </dgm:pt>
    <dgm:pt modelId="{2B239DF1-C033-F34A-A12F-F84631C4ADE9}" type="pres">
      <dgm:prSet presAssocID="{D093AFBD-21F1-5E48-8B9B-18B6CFD58AF0}" presName="node" presStyleLbl="node1" presStyleIdx="2" presStyleCnt="4">
        <dgm:presLayoutVars>
          <dgm:bulletEnabled val="1"/>
        </dgm:presLayoutVars>
      </dgm:prSet>
      <dgm:spPr/>
    </dgm:pt>
    <dgm:pt modelId="{DB590057-F4E7-9F4D-8559-854161D5017B}" type="pres">
      <dgm:prSet presAssocID="{1402F301-C9ED-5C45-8477-EDA4D2F557FD}" presName="sibTrans" presStyleCnt="0"/>
      <dgm:spPr/>
    </dgm:pt>
    <dgm:pt modelId="{F4729247-F5D3-984A-838A-7A212A335D23}" type="pres">
      <dgm:prSet presAssocID="{FFEB15A5-34F3-DA45-8AA8-33DBB95BF6E4}" presName="node" presStyleLbl="node1" presStyleIdx="3" presStyleCnt="4">
        <dgm:presLayoutVars>
          <dgm:bulletEnabled val="1"/>
        </dgm:presLayoutVars>
      </dgm:prSet>
      <dgm:spPr/>
    </dgm:pt>
  </dgm:ptLst>
  <dgm:cxnLst>
    <dgm:cxn modelId="{6BE09A00-8D22-2E4E-A1F1-50C3C38CBE3E}" type="presOf" srcId="{3F01B7C5-9581-7448-9129-3E32F3C62722}" destId="{5828FEF8-52FC-ED4D-BE09-9027BB3BE456}" srcOrd="0" destOrd="0" presId="urn:microsoft.com/office/officeart/2005/8/layout/default"/>
    <dgm:cxn modelId="{81DDCE0E-186D-C744-8B1A-982A682C594A}" srcId="{D093AFBD-21F1-5E48-8B9B-18B6CFD58AF0}" destId="{724C3327-C422-B940-90F6-6A61F0FB9AFF}" srcOrd="1" destOrd="0" parTransId="{A043AB5C-D00E-8B43-9AAF-1C4F6FA3E8D1}" sibTransId="{3E68160D-3E1F-6448-8376-6772CE24D34E}"/>
    <dgm:cxn modelId="{4E63250F-9C0D-0844-A387-CDB393799943}" type="presOf" srcId="{34C6E022-233B-C240-96E3-99E7289708F5}" destId="{323E1431-8147-414E-965F-E92F185F1E92}" srcOrd="0" destOrd="1" presId="urn:microsoft.com/office/officeart/2005/8/layout/default"/>
    <dgm:cxn modelId="{950E601E-16FE-F342-A879-8D7B5F72C67D}" srcId="{0DC4C4F5-E39E-9E49-B360-5572B351A882}" destId="{3F01B7C5-9581-7448-9129-3E32F3C62722}" srcOrd="1" destOrd="0" parTransId="{550365AD-23D7-5A41-9CE6-869F6C2D28F1}" sibTransId="{48EEF57E-4183-E34C-BB79-6B235FAD93FB}"/>
    <dgm:cxn modelId="{9C3B2221-CB1C-2046-9476-4DC98826BF45}" type="presOf" srcId="{9BF97294-C3C0-1743-B6AE-693D97EE68E5}" destId="{5828FEF8-52FC-ED4D-BE09-9027BB3BE456}" srcOrd="0" destOrd="2" presId="urn:microsoft.com/office/officeart/2005/8/layout/default"/>
    <dgm:cxn modelId="{038A2536-F8AD-C444-B45F-8DFCBE58250A}" type="presOf" srcId="{0DC4C4F5-E39E-9E49-B360-5572B351A882}" destId="{EE3DE2A1-8729-7841-A124-C370F768265C}" srcOrd="0" destOrd="0" presId="urn:microsoft.com/office/officeart/2005/8/layout/default"/>
    <dgm:cxn modelId="{841EB646-0E00-2345-B7E7-7FA08899E06B}" srcId="{0DC4C4F5-E39E-9E49-B360-5572B351A882}" destId="{51E5365C-8668-4A4F-80A3-7A150D510F2D}" srcOrd="0" destOrd="0" parTransId="{85499377-1830-D64E-B90E-FBDA5D25F1C9}" sibTransId="{29F73E14-C43F-6140-8D7F-A01FCC8C09A0}"/>
    <dgm:cxn modelId="{2AA2224C-A1A5-5241-BC44-FF0F3E0D373F}" type="presOf" srcId="{0BA0E09C-D963-5848-9CA1-88014A6BEADD}" destId="{5828FEF8-52FC-ED4D-BE09-9027BB3BE456}" srcOrd="0" destOrd="1" presId="urn:microsoft.com/office/officeart/2005/8/layout/default"/>
    <dgm:cxn modelId="{23536C4D-3E82-D64B-A253-38C867A7DB0D}" type="presOf" srcId="{FFEB15A5-34F3-DA45-8AA8-33DBB95BF6E4}" destId="{F4729247-F5D3-984A-838A-7A212A335D23}" srcOrd="0" destOrd="0" presId="urn:microsoft.com/office/officeart/2005/8/layout/default"/>
    <dgm:cxn modelId="{7DC24F66-83A5-9346-9D6D-ADFA51F3F655}" srcId="{3F01B7C5-9581-7448-9129-3E32F3C62722}" destId="{0BA0E09C-D963-5848-9CA1-88014A6BEADD}" srcOrd="0" destOrd="0" parTransId="{73ABF6D5-32E5-F04A-AAD2-9704B55A16CB}" sibTransId="{596224A7-4F4F-7E49-AB6B-07041C115B93}"/>
    <dgm:cxn modelId="{D95BE36A-CD8D-774C-BE87-4BCB2C77C004}" srcId="{0DC4C4F5-E39E-9E49-B360-5572B351A882}" destId="{FFEB15A5-34F3-DA45-8AA8-33DBB95BF6E4}" srcOrd="3" destOrd="0" parTransId="{32D9AF25-62C0-FF47-9E92-37F7395F0099}" sibTransId="{F97E2118-DDB4-8348-B882-8C4DB0C481ED}"/>
    <dgm:cxn modelId="{981CFD81-30A6-2A4E-959F-C8BD576885AB}" type="presOf" srcId="{D093AFBD-21F1-5E48-8B9B-18B6CFD58AF0}" destId="{2B239DF1-C033-F34A-A12F-F84631C4ADE9}" srcOrd="0" destOrd="0" presId="urn:microsoft.com/office/officeart/2005/8/layout/default"/>
    <dgm:cxn modelId="{91720A83-7BDF-1B40-983A-5D6DACD88BD5}" type="presOf" srcId="{BE442A1B-3E39-F348-BE37-D6B4363B2A2F}" destId="{F4729247-F5D3-984A-838A-7A212A335D23}" srcOrd="0" destOrd="1" presId="urn:microsoft.com/office/officeart/2005/8/layout/default"/>
    <dgm:cxn modelId="{6585F784-106A-8545-AD0E-78D7DFA7B463}" type="presOf" srcId="{724C3327-C422-B940-90F6-6A61F0FB9AFF}" destId="{2B239DF1-C033-F34A-A12F-F84631C4ADE9}" srcOrd="0" destOrd="2" presId="urn:microsoft.com/office/officeart/2005/8/layout/default"/>
    <dgm:cxn modelId="{E77CD7AD-0A75-4945-87CC-ED75AB1976A5}" srcId="{0DC4C4F5-E39E-9E49-B360-5572B351A882}" destId="{D093AFBD-21F1-5E48-8B9B-18B6CFD58AF0}" srcOrd="2" destOrd="0" parTransId="{F1916EF9-9A37-2143-BA86-4639528BDBF3}" sibTransId="{1402F301-C9ED-5C45-8477-EDA4D2F557FD}"/>
    <dgm:cxn modelId="{FD2C50B5-5C13-1A4C-B5C9-744062C3D8B3}" srcId="{D093AFBD-21F1-5E48-8B9B-18B6CFD58AF0}" destId="{483CFA79-1298-7C47-B222-E8BDAE4ACA6C}" srcOrd="0" destOrd="0" parTransId="{1C77DF6E-7E57-1C4A-86C0-D3F470502FAC}" sibTransId="{1E2C3165-995E-274F-958C-DD732F911900}"/>
    <dgm:cxn modelId="{122E80DA-4083-CD40-B405-300A1039D495}" srcId="{51E5365C-8668-4A4F-80A3-7A150D510F2D}" destId="{34C6E022-233B-C240-96E3-99E7289708F5}" srcOrd="0" destOrd="0" parTransId="{E9FE2BBD-C073-1848-8A6D-DC55FEE56703}" sibTransId="{A694FAEE-5A15-4849-ADB7-B59AC07B3FA2}"/>
    <dgm:cxn modelId="{279F3FE0-6E4D-CB46-B5D2-6A5E18D29E89}" srcId="{FFEB15A5-34F3-DA45-8AA8-33DBB95BF6E4}" destId="{BE442A1B-3E39-F348-BE37-D6B4363B2A2F}" srcOrd="0" destOrd="0" parTransId="{2E8A6FBC-6473-B34E-8864-9D6EB21AE873}" sibTransId="{536F2107-C41C-0B43-A61C-E2681B8CF8C5}"/>
    <dgm:cxn modelId="{9D6B00E1-F52A-704E-B353-CAF7882DF9A3}" type="presOf" srcId="{483CFA79-1298-7C47-B222-E8BDAE4ACA6C}" destId="{2B239DF1-C033-F34A-A12F-F84631C4ADE9}" srcOrd="0" destOrd="1" presId="urn:microsoft.com/office/officeart/2005/8/layout/default"/>
    <dgm:cxn modelId="{0779E1EF-5E8B-3841-B335-E22220003123}" srcId="{3F01B7C5-9581-7448-9129-3E32F3C62722}" destId="{9BF97294-C3C0-1743-B6AE-693D97EE68E5}" srcOrd="1" destOrd="0" parTransId="{4F6A7C96-C292-8E42-9D12-6C2745EE2E47}" sibTransId="{B0C91CBD-AFC6-2648-B6CA-03A3AA1C5320}"/>
    <dgm:cxn modelId="{501DACFE-398A-F64C-8622-101B771674C9}" type="presOf" srcId="{51E5365C-8668-4A4F-80A3-7A150D510F2D}" destId="{323E1431-8147-414E-965F-E92F185F1E92}" srcOrd="0" destOrd="0" presId="urn:microsoft.com/office/officeart/2005/8/layout/default"/>
    <dgm:cxn modelId="{23C7B088-3338-EC45-A1C9-577F70919B75}" type="presParOf" srcId="{EE3DE2A1-8729-7841-A124-C370F768265C}" destId="{323E1431-8147-414E-965F-E92F185F1E92}" srcOrd="0" destOrd="0" presId="urn:microsoft.com/office/officeart/2005/8/layout/default"/>
    <dgm:cxn modelId="{D5188E9A-712E-594B-B93B-6EE8BE637EAD}" type="presParOf" srcId="{EE3DE2A1-8729-7841-A124-C370F768265C}" destId="{C9478514-54D6-964D-BCA9-0DCB7CE5E49D}" srcOrd="1" destOrd="0" presId="urn:microsoft.com/office/officeart/2005/8/layout/default"/>
    <dgm:cxn modelId="{70B2A129-533E-AF4B-9F91-D3BF796CEE01}" type="presParOf" srcId="{EE3DE2A1-8729-7841-A124-C370F768265C}" destId="{5828FEF8-52FC-ED4D-BE09-9027BB3BE456}" srcOrd="2" destOrd="0" presId="urn:microsoft.com/office/officeart/2005/8/layout/default"/>
    <dgm:cxn modelId="{1FC21FD0-D65B-2043-84AD-B3385164B53F}" type="presParOf" srcId="{EE3DE2A1-8729-7841-A124-C370F768265C}" destId="{4788D18B-87DB-B14A-A1B1-8CE51F3513F2}" srcOrd="3" destOrd="0" presId="urn:microsoft.com/office/officeart/2005/8/layout/default"/>
    <dgm:cxn modelId="{933BB669-BF6F-A34C-BB33-A08E00DFC322}" type="presParOf" srcId="{EE3DE2A1-8729-7841-A124-C370F768265C}" destId="{2B239DF1-C033-F34A-A12F-F84631C4ADE9}" srcOrd="4" destOrd="0" presId="urn:microsoft.com/office/officeart/2005/8/layout/default"/>
    <dgm:cxn modelId="{43D23627-7934-4542-9D01-518421442AD2}" type="presParOf" srcId="{EE3DE2A1-8729-7841-A124-C370F768265C}" destId="{DB590057-F4E7-9F4D-8559-854161D5017B}" srcOrd="5" destOrd="0" presId="urn:microsoft.com/office/officeart/2005/8/layout/default"/>
    <dgm:cxn modelId="{FCEB1A79-5C8C-894A-B61F-1521286C136A}" type="presParOf" srcId="{EE3DE2A1-8729-7841-A124-C370F768265C}" destId="{F4729247-F5D3-984A-838A-7A212A335D23}"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E1431-8147-414E-965F-E92F185F1E92}">
      <dsp:nvSpPr>
        <dsp:cNvPr id="0" name=""/>
        <dsp:cNvSpPr/>
      </dsp:nvSpPr>
      <dsp:spPr>
        <a:xfrm>
          <a:off x="1183970" y="1141"/>
          <a:ext cx="4204448" cy="25226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solidFill>
                <a:schemeClr val="tx1"/>
              </a:solidFill>
            </a:rPr>
            <a:t>Influential Features</a:t>
          </a:r>
        </a:p>
        <a:p>
          <a:pPr marL="228600" lvl="1" indent="-228600" algn="l" defTabSz="889000">
            <a:lnSpc>
              <a:spcPct val="90000"/>
            </a:lnSpc>
            <a:spcBef>
              <a:spcPct val="0"/>
            </a:spcBef>
            <a:spcAft>
              <a:spcPct val="15000"/>
            </a:spcAft>
            <a:buChar char="•"/>
          </a:pPr>
          <a:r>
            <a:rPr lang="en-GB" sz="2000" kern="1200" dirty="0">
              <a:solidFill>
                <a:schemeClr val="tx1"/>
              </a:solidFill>
            </a:rPr>
            <a:t>Complexity growth, code churn, author count
Boosting models capture diverse risk signals; RF less nuanced</a:t>
          </a:r>
        </a:p>
      </dsp:txBody>
      <dsp:txXfrm>
        <a:off x="1183970" y="1141"/>
        <a:ext cx="4204448" cy="2522669"/>
      </dsp:txXfrm>
    </dsp:sp>
    <dsp:sp modelId="{5828FEF8-52FC-ED4D-BE09-9027BB3BE456}">
      <dsp:nvSpPr>
        <dsp:cNvPr id="0" name=""/>
        <dsp:cNvSpPr/>
      </dsp:nvSpPr>
      <dsp:spPr>
        <a:xfrm>
          <a:off x="5808864" y="1141"/>
          <a:ext cx="4204448" cy="25226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solidFill>
                <a:schemeClr val="tx1"/>
              </a:solidFill>
            </a:rPr>
            <a:t>Explainability</a:t>
          </a:r>
        </a:p>
        <a:p>
          <a:pPr marL="228600" lvl="1" indent="-228600" algn="l" defTabSz="889000">
            <a:lnSpc>
              <a:spcPct val="90000"/>
            </a:lnSpc>
            <a:spcBef>
              <a:spcPct val="0"/>
            </a:spcBef>
            <a:spcAft>
              <a:spcPct val="15000"/>
            </a:spcAft>
            <a:buChar char="•"/>
          </a:pPr>
          <a:r>
            <a:rPr lang="en-GB" sz="2000" kern="1200" dirty="0">
              <a:solidFill>
                <a:schemeClr val="tx1"/>
              </a:solidFill>
            </a:rPr>
            <a:t>SHAP highlights key risk drivers</a:t>
          </a:r>
        </a:p>
        <a:p>
          <a:pPr marL="228600" lvl="1" indent="-228600" algn="l" defTabSz="889000">
            <a:lnSpc>
              <a:spcPct val="90000"/>
            </a:lnSpc>
            <a:spcBef>
              <a:spcPct val="0"/>
            </a:spcBef>
            <a:spcAft>
              <a:spcPct val="15000"/>
            </a:spcAft>
            <a:buChar char="•"/>
          </a:pPr>
          <a:r>
            <a:rPr lang="en-GB" sz="2000" kern="1200" dirty="0">
              <a:solidFill>
                <a:schemeClr val="tx1"/>
              </a:solidFill>
            </a:rPr>
            <a:t>Guides model selection &amp; refinement</a:t>
          </a:r>
        </a:p>
      </dsp:txBody>
      <dsp:txXfrm>
        <a:off x="5808864" y="1141"/>
        <a:ext cx="4204448" cy="2522669"/>
      </dsp:txXfrm>
    </dsp:sp>
    <dsp:sp modelId="{2B239DF1-C033-F34A-A12F-F84631C4ADE9}">
      <dsp:nvSpPr>
        <dsp:cNvPr id="0" name=""/>
        <dsp:cNvSpPr/>
      </dsp:nvSpPr>
      <dsp:spPr>
        <a:xfrm>
          <a:off x="1183970" y="2944255"/>
          <a:ext cx="4204448" cy="25226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solidFill>
                <a:schemeClr val="tx1"/>
              </a:solidFill>
            </a:rPr>
            <a:t>Limitations</a:t>
          </a:r>
        </a:p>
        <a:p>
          <a:pPr marL="228600" lvl="1" indent="-228600" algn="l" defTabSz="889000">
            <a:lnSpc>
              <a:spcPct val="90000"/>
            </a:lnSpc>
            <a:spcBef>
              <a:spcPct val="0"/>
            </a:spcBef>
            <a:spcAft>
              <a:spcPct val="15000"/>
            </a:spcAft>
            <a:buChar char="•"/>
          </a:pPr>
          <a:r>
            <a:rPr lang="en-GB" sz="2000" kern="1200" dirty="0">
              <a:solidFill>
                <a:schemeClr val="tx1"/>
              </a:solidFill>
            </a:rPr>
            <a:t>Imbalanced data</a:t>
          </a:r>
          <a:br>
            <a:rPr lang="en-GB" sz="2000" kern="1200" dirty="0">
              <a:solidFill>
                <a:schemeClr val="tx1"/>
              </a:solidFill>
            </a:rPr>
          </a:br>
          <a:r>
            <a:rPr lang="en-GB" sz="2000" kern="1200" dirty="0">
              <a:solidFill>
                <a:schemeClr val="tx1"/>
              </a:solidFill>
            </a:rPr>
            <a:t>→ recall/F1 impacted</a:t>
          </a:r>
        </a:p>
        <a:p>
          <a:pPr marL="228600" lvl="1" indent="-228600" algn="l" defTabSz="889000">
            <a:lnSpc>
              <a:spcPct val="90000"/>
            </a:lnSpc>
            <a:spcBef>
              <a:spcPct val="0"/>
            </a:spcBef>
            <a:spcAft>
              <a:spcPct val="15000"/>
            </a:spcAft>
            <a:buChar char="•"/>
          </a:pPr>
          <a:r>
            <a:rPr lang="en-GB" sz="2000" kern="1200" dirty="0">
              <a:solidFill>
                <a:schemeClr val="tx1"/>
              </a:solidFill>
            </a:rPr>
            <a:t>LLM labels: shortcut risks, human verification needed</a:t>
          </a:r>
        </a:p>
      </dsp:txBody>
      <dsp:txXfrm>
        <a:off x="1183970" y="2944255"/>
        <a:ext cx="4204448" cy="2522669"/>
      </dsp:txXfrm>
    </dsp:sp>
    <dsp:sp modelId="{F4729247-F5D3-984A-838A-7A212A335D23}">
      <dsp:nvSpPr>
        <dsp:cNvPr id="0" name=""/>
        <dsp:cNvSpPr/>
      </dsp:nvSpPr>
      <dsp:spPr>
        <a:xfrm>
          <a:off x="5808864" y="2944255"/>
          <a:ext cx="4204448" cy="25226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solidFill>
                <a:schemeClr val="tx1"/>
              </a:solidFill>
            </a:rPr>
            <a:t>Future Outlook</a:t>
          </a:r>
        </a:p>
        <a:p>
          <a:pPr marL="228600" lvl="1" indent="-228600" algn="l" defTabSz="889000">
            <a:lnSpc>
              <a:spcPct val="90000"/>
            </a:lnSpc>
            <a:spcBef>
              <a:spcPct val="0"/>
            </a:spcBef>
            <a:spcAft>
              <a:spcPct val="15000"/>
            </a:spcAft>
            <a:buChar char="•"/>
          </a:pPr>
          <a:r>
            <a:rPr lang="en-GB" sz="2000" kern="1200">
              <a:solidFill>
                <a:schemeClr val="tx1"/>
              </a:solidFill>
            </a:rPr>
            <a:t>Improve label stability &amp; imbalance handling
Human-in-the-loop verification for LLM labeling
Integrate into agile/DevOps pipelines </a:t>
          </a:r>
          <a:r>
            <a:rPr lang="en-GB" sz="2000" kern="1200" dirty="0">
              <a:solidFill>
                <a:schemeClr val="tx1"/>
              </a:solidFill>
            </a:rPr>
            <a:t>label</a:t>
          </a:r>
        </a:p>
      </dsp:txBody>
      <dsp:txXfrm>
        <a:off x="5808864" y="2944255"/>
        <a:ext cx="4204448" cy="252266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8B6640-4434-C947-AC85-94372C485829}" type="datetimeFigureOut">
              <a:rPr lang="de-DE"/>
              <a:t>24.09.25</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A006C-87F7-1046-9D4F-BD72A970F1A2}" type="slidenum">
              <a:rPr/>
              <a:t>‹#›</a:t>
            </a:fld>
            <a:endParaRPr lang="de-DE"/>
          </a:p>
        </p:txBody>
      </p:sp>
    </p:spTree>
    <p:extLst>
      <p:ext uri="{BB962C8B-B14F-4D97-AF65-F5344CB8AC3E}">
        <p14:creationId xmlns:p14="http://schemas.microsoft.com/office/powerpoint/2010/main" val="1704508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B7C82C-DD4D-490F-8868-2B1C3B47698B}" type="datetimeFigureOut">
              <a:rPr lang="en-GB" smtClean="0"/>
              <a:t>24/09/2025</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A2CA58-6FD8-4ACA-9D1E-EE4A7346A6C8}" type="slidenum">
              <a:rPr lang="en-GB" smtClean="0"/>
              <a:t>‹#›</a:t>
            </a:fld>
            <a:endParaRPr lang="en-GB"/>
          </a:p>
        </p:txBody>
      </p:sp>
    </p:spTree>
    <p:extLst>
      <p:ext uri="{BB962C8B-B14F-4D97-AF65-F5344CB8AC3E}">
        <p14:creationId xmlns:p14="http://schemas.microsoft.com/office/powerpoint/2010/main" val="2176863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anthropic.com/news/model-context-protocol?utm_source=chatgpt.com"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tomsguide.com/ai/claude-can-now-connect-to-google-drive-canva-slack-and-more-heres-how-to-try-it" TargetMode="External"/><Relationship Id="rId5" Type="http://schemas.openxmlformats.org/officeDocument/2006/relationships/hyperlink" Target="https://en.wikipedia.org/wiki/Model_Context_Protocol?utm_source=chatgpt.com" TargetMode="External"/><Relationship Id="rId4" Type="http://schemas.openxmlformats.org/officeDocument/2006/relationships/hyperlink" Target="https://modelcontextprotocol.io/specification/2025-06-18?utm_source=chatgpt.com"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mailto:mail@tommorgenstern.com"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mailto:Tianxiang.lu@iu.or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pPr>
            <a:r>
              <a:rPr lang="en-GB" sz="1200" dirty="0"/>
              <a:t>“Technical debt represents sub-optimal </a:t>
            </a:r>
          </a:p>
          <a:p>
            <a:pPr>
              <a:lnSpc>
                <a:spcPct val="120000"/>
              </a:lnSpc>
            </a:pPr>
            <a:r>
              <a:rPr lang="en-GB" sz="1200" dirty="0"/>
              <a:t>or incomplete software artifacts and practices </a:t>
            </a:r>
          </a:p>
          <a:p>
            <a:pPr>
              <a:lnSpc>
                <a:spcPct val="120000"/>
              </a:lnSpc>
            </a:pPr>
            <a:r>
              <a:rPr lang="en-GB" sz="1200" dirty="0"/>
              <a:t>that incur future costs in maintenance, </a:t>
            </a:r>
          </a:p>
          <a:p>
            <a:pPr>
              <a:lnSpc>
                <a:spcPct val="120000"/>
              </a:lnSpc>
            </a:pPr>
            <a:r>
              <a:rPr lang="en-GB" sz="1200" dirty="0"/>
              <a:t>evolution, and quality assurance.”</a:t>
            </a:r>
          </a:p>
          <a:p>
            <a:pPr>
              <a:lnSpc>
                <a:spcPct val="120000"/>
              </a:lnSpc>
            </a:pPr>
            <a:r>
              <a:rPr lang="en-GB" sz="1200" dirty="0"/>
              <a:t>-- Li, Z., </a:t>
            </a:r>
            <a:r>
              <a:rPr lang="en-GB" sz="1200" dirty="0" err="1"/>
              <a:t>Avgeriou</a:t>
            </a:r>
            <a:r>
              <a:rPr lang="en-GB" sz="1200" dirty="0"/>
              <a:t>, P., &amp; Liang, P. (2015)</a:t>
            </a:r>
            <a:endParaRPr lang="en-GB" sz="1400" dirty="0"/>
          </a:p>
        </p:txBody>
      </p:sp>
      <p:sp>
        <p:nvSpPr>
          <p:cNvPr id="4" name="Slide Number Placeholder 3"/>
          <p:cNvSpPr>
            <a:spLocks noGrp="1"/>
          </p:cNvSpPr>
          <p:nvPr>
            <p:ph type="sldNum" sz="quarter" idx="5"/>
          </p:nvPr>
        </p:nvSpPr>
        <p:spPr/>
        <p:txBody>
          <a:bodyPr/>
          <a:lstStyle/>
          <a:p>
            <a:fld id="{3DA2CA58-6FD8-4ACA-9D1E-EE4A7346A6C8}" type="slidenum">
              <a:rPr lang="en-GB" smtClean="0"/>
              <a:t>4</a:t>
            </a:fld>
            <a:endParaRPr lang="en-GB"/>
          </a:p>
        </p:txBody>
      </p:sp>
    </p:spTree>
    <p:extLst>
      <p:ext uri="{BB962C8B-B14F-4D97-AF65-F5344CB8AC3E}">
        <p14:creationId xmlns:p14="http://schemas.microsoft.com/office/powerpoint/2010/main" val="864008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DAE59-9C64-CB38-2AB3-728371E24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C08DF-65C8-3D01-EC55-15167D05C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A0AF76-1F26-2C0E-60F5-9E5F63EA808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E7247AD-B60E-FF63-B52B-7C43EDEC2A45}"/>
              </a:ext>
            </a:extLst>
          </p:cNvPr>
          <p:cNvSpPr>
            <a:spLocks noGrp="1"/>
          </p:cNvSpPr>
          <p:nvPr>
            <p:ph type="sldNum" sz="quarter" idx="5"/>
          </p:nvPr>
        </p:nvSpPr>
        <p:spPr/>
        <p:txBody>
          <a:bodyPr/>
          <a:lstStyle/>
          <a:p>
            <a:fld id="{3DA2CA58-6FD8-4ACA-9D1E-EE4A7346A6C8}" type="slidenum">
              <a:rPr lang="en-GB" smtClean="0"/>
              <a:t>7</a:t>
            </a:fld>
            <a:endParaRPr lang="en-GB"/>
          </a:p>
        </p:txBody>
      </p:sp>
    </p:spTree>
    <p:extLst>
      <p:ext uri="{BB962C8B-B14F-4D97-AF65-F5344CB8AC3E}">
        <p14:creationId xmlns:p14="http://schemas.microsoft.com/office/powerpoint/2010/main" val="2717115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went into the case study research trying to investigate how the conceptual LPO solution can be integrated and adopted to drive strategic resilience in fintech operations using FinTech Company as the unit of analysis </a:t>
            </a:r>
            <a:br>
              <a:rPr lang="en-US" dirty="0">
                <a:cs typeface="+mn-lt"/>
              </a:rPr>
            </a:br>
            <a:r>
              <a:rPr lang="en-US" b="1" dirty="0"/>
              <a:t>Primary Data:</a:t>
            </a:r>
            <a:r>
              <a:rPr lang="en-US" b="0" dirty="0"/>
              <a:t> Collected via semi-structured</a:t>
            </a:r>
            <a:r>
              <a:rPr lang="en-US" b="0" dirty="0">
                <a:latin typeface="Source Sans Pro Bold"/>
              </a:rPr>
              <a:t> </a:t>
            </a:r>
            <a:r>
              <a:rPr lang="en-US" b="0" dirty="0"/>
              <a:t>interviews at </a:t>
            </a:r>
            <a:r>
              <a:rPr lang="en-US" b="0" dirty="0" err="1"/>
              <a:t>Paystack</a:t>
            </a:r>
            <a:r>
              <a:rPr lang="en-US" b="0" dirty="0">
                <a:latin typeface="Source Sans Pro Bold"/>
              </a:rPr>
              <a:t>  </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Source Sans Pro Bold"/>
              </a:rPr>
              <a:t>Sampling</a:t>
            </a:r>
            <a:r>
              <a:rPr lang="en-US" b="1" dirty="0"/>
              <a:t>:</a:t>
            </a:r>
            <a:r>
              <a:rPr lang="en-US" dirty="0"/>
              <a:t> Leads of 5 Engineering Units (Platforms, Observability, Data, Infrastructure &amp; Security, DevRel)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a:t>
            </a:r>
            <a:r>
              <a:rPr lang="en-US" b="1" dirty="0"/>
              <a:t>themes </a:t>
            </a:r>
            <a:r>
              <a:rPr lang="en-US" dirty="0"/>
              <a:t>emerged after the thematic analysis: </a:t>
            </a:r>
          </a:p>
          <a:p>
            <a:endParaRPr lang="en-GB" dirty="0"/>
          </a:p>
        </p:txBody>
      </p:sp>
      <p:sp>
        <p:nvSpPr>
          <p:cNvPr id="4" name="Slide Number Placeholder 3"/>
          <p:cNvSpPr>
            <a:spLocks noGrp="1"/>
          </p:cNvSpPr>
          <p:nvPr>
            <p:ph type="sldNum" sz="quarter" idx="5"/>
          </p:nvPr>
        </p:nvSpPr>
        <p:spPr/>
        <p:txBody>
          <a:bodyPr/>
          <a:lstStyle/>
          <a:p>
            <a:fld id="{3DA2CA58-6FD8-4ACA-9D1E-EE4A7346A6C8}" type="slidenum">
              <a:rPr lang="en-GB" smtClean="0"/>
              <a:t>9</a:t>
            </a:fld>
            <a:endParaRPr lang="en-GB"/>
          </a:p>
        </p:txBody>
      </p:sp>
    </p:spTree>
    <p:extLst>
      <p:ext uri="{BB962C8B-B14F-4D97-AF65-F5344CB8AC3E}">
        <p14:creationId xmlns:p14="http://schemas.microsoft.com/office/powerpoint/2010/main" val="903777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B1311-D48C-61DC-8B49-9D43EF8A8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08F4D-C1BD-571E-3179-BF2FEC68B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CEAD3-2066-5533-97F8-878E04DE3D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went into the case study research trying to investigate how the conceptual LPO solution can be integrated and adopted to drive strategic resilience in fintech operations using FinTech Company as the unit of analysis </a:t>
            </a:r>
            <a:br>
              <a:rPr lang="en-US" dirty="0">
                <a:cs typeface="+mn-lt"/>
              </a:rPr>
            </a:br>
            <a:r>
              <a:rPr lang="en-US" b="1" dirty="0"/>
              <a:t>Primary Data:</a:t>
            </a:r>
            <a:r>
              <a:rPr lang="en-US" b="0" dirty="0"/>
              <a:t> Collected via semi-structured</a:t>
            </a:r>
            <a:r>
              <a:rPr lang="en-US" b="0" dirty="0">
                <a:latin typeface="Source Sans Pro Bold"/>
              </a:rPr>
              <a:t> </a:t>
            </a:r>
            <a:r>
              <a:rPr lang="en-US" b="0" dirty="0"/>
              <a:t>interviews at </a:t>
            </a:r>
            <a:r>
              <a:rPr lang="en-US" b="0" dirty="0" err="1"/>
              <a:t>Paystack</a:t>
            </a:r>
            <a:r>
              <a:rPr lang="en-US" b="0" dirty="0">
                <a:latin typeface="Source Sans Pro Bold"/>
              </a:rPr>
              <a:t>  </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Source Sans Pro Bold"/>
              </a:rPr>
              <a:t>Sampling</a:t>
            </a:r>
            <a:r>
              <a:rPr lang="en-US" b="1" dirty="0"/>
              <a:t>:</a:t>
            </a:r>
            <a:r>
              <a:rPr lang="en-US" dirty="0"/>
              <a:t> Leads of 5 Engineering Units (Platforms, Observability, Data, Infrastructure &amp; Security, DevRel)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a:t>
            </a:r>
            <a:r>
              <a:rPr lang="en-US" b="1" dirty="0"/>
              <a:t>themes </a:t>
            </a:r>
            <a:r>
              <a:rPr lang="en-US" dirty="0"/>
              <a:t>emerged after the thematic analysis: </a:t>
            </a:r>
          </a:p>
          <a:p>
            <a:endParaRPr lang="en-GB" dirty="0"/>
          </a:p>
        </p:txBody>
      </p:sp>
      <p:sp>
        <p:nvSpPr>
          <p:cNvPr id="4" name="Slide Number Placeholder 3">
            <a:extLst>
              <a:ext uri="{FF2B5EF4-FFF2-40B4-BE49-F238E27FC236}">
                <a16:creationId xmlns:a16="http://schemas.microsoft.com/office/drawing/2014/main" id="{F147A45F-E9B8-34F5-82EF-69ED44528183}"/>
              </a:ext>
            </a:extLst>
          </p:cNvPr>
          <p:cNvSpPr>
            <a:spLocks noGrp="1"/>
          </p:cNvSpPr>
          <p:nvPr>
            <p:ph type="sldNum" sz="quarter" idx="5"/>
          </p:nvPr>
        </p:nvSpPr>
        <p:spPr/>
        <p:txBody>
          <a:bodyPr/>
          <a:lstStyle/>
          <a:p>
            <a:fld id="{3DA2CA58-6FD8-4ACA-9D1E-EE4A7346A6C8}" type="slidenum">
              <a:rPr lang="en-GB" smtClean="0"/>
              <a:t>10</a:t>
            </a:fld>
            <a:endParaRPr lang="en-GB"/>
          </a:p>
        </p:txBody>
      </p:sp>
    </p:spTree>
    <p:extLst>
      <p:ext uri="{BB962C8B-B14F-4D97-AF65-F5344CB8AC3E}">
        <p14:creationId xmlns:p14="http://schemas.microsoft.com/office/powerpoint/2010/main" val="3660271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3A841-59EB-A726-93C7-890C8BEA2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EDB3E-DADB-8878-CC13-E5B7B3BBE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48205-62E5-A832-269F-E3E2C0838D99}"/>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a:p>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Final Proposed Architecture of the LPO System. This refined agentic design</a:t>
            </a:r>
          </a:p>
          <a:p>
            <a:r>
              <a:rPr lang="en-GB" sz="1200" kern="1200" dirty="0">
                <a:solidFill>
                  <a:schemeClr val="tx1"/>
                </a:solidFill>
                <a:effectLst/>
                <a:latin typeface="+mn-lt"/>
                <a:ea typeface="+mn-ea"/>
                <a:cs typeface="+mn-cs"/>
              </a:rPr>
              <a:t>adopts the Model Context Protocol (MCP) as the orchestration layer, enabling the</a:t>
            </a:r>
          </a:p>
          <a:p>
            <a:r>
              <a:rPr lang="en-GB" sz="1200" kern="1200" dirty="0">
                <a:solidFill>
                  <a:schemeClr val="tx1"/>
                </a:solidFill>
                <a:effectLst/>
                <a:latin typeface="+mn-lt"/>
                <a:ea typeface="+mn-ea"/>
                <a:cs typeface="+mn-cs"/>
              </a:rPr>
              <a:t>central AI Agent to query disparate data sources through standardised MCP clients.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dirty="0"/>
              <a:t>An open standard introduced by Anthropic in November 2024 to unify AI-agent interactions with external tools and data sources. It enables real-time contextual memory and tool invocation via a structured JSON-RPC 2.0 interface, adopted by major platforms including OpenAI, Google DeepMind, and Microsoft. MCP facilitates seamless integration with services like GitHub, Slack, Google Drive, and Canva, and supports agentic AI workflows by allowing agents to remember, share, and reuse information across tools. Open-source SDKs are available in Python, TypeScript, Java, and other languages, with governance and security frameworks to mitigate risks like tool poisoning and unauthorized access.</a:t>
            </a:r>
            <a:br>
              <a:rPr lang="en-GB" dirty="0"/>
            </a:br>
            <a:br>
              <a:rPr lang="en-GB" dirty="0"/>
            </a:br>
            <a:r>
              <a:rPr lang="en-GB" dirty="0"/>
              <a:t>Anthropic. (2024, November 25). Introducing the Model Context Protocol. Retrieved from </a:t>
            </a:r>
            <a:r>
              <a:rPr lang="en-GB" dirty="0">
                <a:hlinkClick r:id="rId3"/>
              </a:rPr>
              <a:t>https://www.anthropic.com/news/model-context-protocol</a:t>
            </a:r>
            <a:endParaRPr lang="en-GB" dirty="0"/>
          </a:p>
          <a:p>
            <a:r>
              <a:rPr lang="en-GB" dirty="0"/>
              <a:t>Model Context Protocol. (2025, June 18). Specification. Retrieved from </a:t>
            </a:r>
            <a:r>
              <a:rPr lang="en-GB" dirty="0">
                <a:hlinkClick r:id="rId4"/>
              </a:rPr>
              <a:t>https://modelcontextprotocol.io/specification/2025-06-18</a:t>
            </a:r>
            <a:endParaRPr lang="en-GB" dirty="0"/>
          </a:p>
          <a:p>
            <a:r>
              <a:rPr lang="en-GB" dirty="0"/>
              <a:t>Wikipedia contributors. (2025, September 24). Model Context Protocol. In </a:t>
            </a:r>
            <a:r>
              <a:rPr lang="en-GB" i="1" dirty="0"/>
              <a:t>Wikipedia, The Free </a:t>
            </a:r>
            <a:r>
              <a:rPr lang="en-GB" i="1" dirty="0" err="1"/>
              <a:t>Encyclopedia</a:t>
            </a:r>
            <a:r>
              <a:rPr lang="en-GB" dirty="0"/>
              <a:t>. Retrieved from </a:t>
            </a:r>
            <a:r>
              <a:rPr lang="en-GB" dirty="0">
                <a:hlinkClick r:id="rId5"/>
              </a:rPr>
              <a:t>https://en.wikipedia.org/wiki/Model_Context_Protocol</a:t>
            </a:r>
            <a:endParaRPr lang="en-GB" dirty="0"/>
          </a:p>
          <a:p>
            <a:r>
              <a:rPr lang="en-GB" dirty="0"/>
              <a:t>Tom's Guide. (2025, July 24). Claude can now connect to Google Drive, Canva, Slack and more—here’s how to try it. Retrieved from </a:t>
            </a:r>
            <a:r>
              <a:rPr lang="en-GB" dirty="0">
                <a:hlinkClick r:id="rId6"/>
              </a:rPr>
              <a:t>https://www.tomsguide.com/ai/claude-can-now-connect-to-google-drive-canva-slack-and-more-heres-how-to-try-it</a:t>
            </a:r>
            <a:endParaRPr lang="en-GB" dirty="0"/>
          </a:p>
          <a:p>
            <a:r>
              <a:rPr lang="en-GB" dirty="0"/>
              <a:t>Reuters. (2025, September 24). Microsoft brings Anthropic AI models to 365 Copilot, diversifies beyond OpenAI. Retrieved from https://</a:t>
            </a:r>
            <a:r>
              <a:rPr lang="en-GB" dirty="0" err="1"/>
              <a:t>www.reuters.com</a:t>
            </a:r>
            <a:r>
              <a:rPr lang="en-GB" dirty="0"/>
              <a:t>/business/microsoft-brings-anthropic-ai-models-365-copilot-diversifies-beyond-openai-2025-09-24/</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A8A50598-C672-2D54-3818-6757F3117ED5}"/>
              </a:ext>
            </a:extLst>
          </p:cNvPr>
          <p:cNvSpPr>
            <a:spLocks noGrp="1"/>
          </p:cNvSpPr>
          <p:nvPr>
            <p:ph type="sldNum" sz="quarter" idx="5"/>
          </p:nvPr>
        </p:nvSpPr>
        <p:spPr/>
        <p:txBody>
          <a:bodyPr/>
          <a:lstStyle/>
          <a:p>
            <a:fld id="{3DA2CA58-6FD8-4ACA-9D1E-EE4A7346A6C8}" type="slidenum">
              <a:rPr lang="en-GB" smtClean="0"/>
              <a:t>11</a:t>
            </a:fld>
            <a:endParaRPr lang="en-GB"/>
          </a:p>
        </p:txBody>
      </p:sp>
    </p:spTree>
    <p:extLst>
      <p:ext uri="{BB962C8B-B14F-4D97-AF65-F5344CB8AC3E}">
        <p14:creationId xmlns:p14="http://schemas.microsoft.com/office/powerpoint/2010/main" val="262717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Models: Random Forest, </a:t>
            </a:r>
            <a:r>
              <a:rPr lang="en-GB" dirty="0" err="1"/>
              <a:t>LightGBM</a:t>
            </a:r>
            <a:r>
              <a:rPr lang="en-GB" dirty="0"/>
              <a:t>, </a:t>
            </a:r>
            <a:r>
              <a:rPr lang="en-GB" dirty="0" err="1"/>
              <a:t>XGBoost</a:t>
            </a:r>
            <a:endParaRPr lang="en-GB" dirty="0"/>
          </a:p>
          <a:p>
            <a:r>
              <a:rPr lang="en-GB" dirty="0"/>
              <a:t>Threshold tuning for class imbalance</a:t>
            </a:r>
          </a:p>
          <a:p>
            <a:endParaRPr lang="en-GB" dirty="0"/>
          </a:p>
          <a:p>
            <a:r>
              <a:rPr lang="en-GB" dirty="0"/>
              <a:t>Metrics: precision, recall, F1 for Debt, macro-F1, ROC-AUC, MCC</a:t>
            </a:r>
          </a:p>
          <a:p>
            <a:r>
              <a:rPr lang="en-GB" dirty="0"/>
              <a:t>Emphasis: recall prioritized to catch TD</a:t>
            </a:r>
          </a:p>
          <a:p>
            <a:endParaRPr lang="en-GB" dirty="0"/>
          </a:p>
        </p:txBody>
      </p:sp>
      <p:sp>
        <p:nvSpPr>
          <p:cNvPr id="4" name="Slide Number Placeholder 3"/>
          <p:cNvSpPr>
            <a:spLocks noGrp="1"/>
          </p:cNvSpPr>
          <p:nvPr>
            <p:ph type="sldNum" sz="quarter" idx="5"/>
          </p:nvPr>
        </p:nvSpPr>
        <p:spPr/>
        <p:txBody>
          <a:bodyPr/>
          <a:lstStyle/>
          <a:p>
            <a:fld id="{3DA2CA58-6FD8-4ACA-9D1E-EE4A7346A6C8}" type="slidenum">
              <a:rPr lang="en-GB" smtClean="0"/>
              <a:t>12</a:t>
            </a:fld>
            <a:endParaRPr lang="en-GB"/>
          </a:p>
        </p:txBody>
      </p:sp>
    </p:spTree>
    <p:extLst>
      <p:ext uri="{BB962C8B-B14F-4D97-AF65-F5344CB8AC3E}">
        <p14:creationId xmlns:p14="http://schemas.microsoft.com/office/powerpoint/2010/main" val="3381088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E8B94-A707-F138-E0A6-6856ABC55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9536C-6B84-DCB9-54D8-6267D7AB9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E4875-7351-05A9-BDC6-3BBB071B4E5F}"/>
              </a:ext>
            </a:extLst>
          </p:cNvPr>
          <p:cNvSpPr>
            <a:spLocks noGrp="1"/>
          </p:cNvSpPr>
          <p:nvPr>
            <p:ph type="body" idx="1"/>
          </p:nvPr>
        </p:nvSpPr>
        <p:spPr/>
        <p:txBody>
          <a:bodyPr/>
          <a:lstStyle/>
          <a:p>
            <a:r>
              <a:rPr lang="en-GB" dirty="0"/>
              <a:t>Threshold tuning for class imbalance</a:t>
            </a:r>
          </a:p>
          <a:p>
            <a:endParaRPr lang="en-GB" dirty="0"/>
          </a:p>
          <a:p>
            <a:r>
              <a:rPr lang="en-GB" dirty="0"/>
              <a:t>Metrics: precision, recall, F1 for Debt, macro-F1, ROC-AUC, MCC</a:t>
            </a:r>
          </a:p>
          <a:p>
            <a:r>
              <a:rPr lang="en-GB" dirty="0"/>
              <a:t>Emphasis: recall prioritized to catch TD</a:t>
            </a:r>
          </a:p>
          <a:p>
            <a:endParaRPr lang="en-GB" dirty="0"/>
          </a:p>
        </p:txBody>
      </p:sp>
      <p:sp>
        <p:nvSpPr>
          <p:cNvPr id="4" name="Slide Number Placeholder 3">
            <a:extLst>
              <a:ext uri="{FF2B5EF4-FFF2-40B4-BE49-F238E27FC236}">
                <a16:creationId xmlns:a16="http://schemas.microsoft.com/office/drawing/2014/main" id="{38C71E18-40A3-9203-2CBB-DD32400E32C9}"/>
              </a:ext>
            </a:extLst>
          </p:cNvPr>
          <p:cNvSpPr>
            <a:spLocks noGrp="1"/>
          </p:cNvSpPr>
          <p:nvPr>
            <p:ph type="sldNum" sz="quarter" idx="5"/>
          </p:nvPr>
        </p:nvSpPr>
        <p:spPr/>
        <p:txBody>
          <a:bodyPr/>
          <a:lstStyle/>
          <a:p>
            <a:fld id="{3DA2CA58-6FD8-4ACA-9D1E-EE4A7346A6C8}" type="slidenum">
              <a:rPr lang="en-GB" smtClean="0"/>
              <a:t>14</a:t>
            </a:fld>
            <a:endParaRPr lang="en-GB"/>
          </a:p>
        </p:txBody>
      </p:sp>
    </p:spTree>
    <p:extLst>
      <p:ext uri="{BB962C8B-B14F-4D97-AF65-F5344CB8AC3E}">
        <p14:creationId xmlns:p14="http://schemas.microsoft.com/office/powerpoint/2010/main" val="2503180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584F4-553E-D270-162D-6D5CCBC41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5C656-3F2F-2292-7556-288989D09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28065-E7F1-0A99-CC41-7B9B1A968C6B}"/>
              </a:ext>
            </a:extLst>
          </p:cNvPr>
          <p:cNvSpPr>
            <a:spLocks noGrp="1"/>
          </p:cNvSpPr>
          <p:nvPr>
            <p:ph type="body" idx="1"/>
          </p:nvPr>
        </p:nvSpPr>
        <p:spPr/>
        <p:txBody>
          <a:bodyPr/>
          <a:lstStyle/>
          <a:p>
            <a:r>
              <a:rPr lang="en-GB" dirty="0" err="1"/>
              <a:t>color</a:t>
            </a:r>
            <a:r>
              <a:rPr lang="en-GB" dirty="0"/>
              <a:t> -&gt; the feature value for that commit: red -&gt;  high, blue -&gt; low</a:t>
            </a:r>
          </a:p>
          <a:p>
            <a:r>
              <a:rPr lang="en-GB" dirty="0"/>
              <a:t>points position: right </a:t>
            </a:r>
            <a:r>
              <a:rPr lang="en-GB" dirty="0">
                <a:sym typeface="Wingdings" pitchFamily="2" charset="2"/>
              </a:rPr>
              <a:t> </a:t>
            </a:r>
            <a:r>
              <a:rPr lang="en-GB" dirty="0"/>
              <a:t>debt,  left</a:t>
            </a:r>
            <a:r>
              <a:rPr lang="en-GB" dirty="0">
                <a:sym typeface="Wingdings" pitchFamily="2" charset="2"/>
              </a:rPr>
              <a:t> non-debt</a:t>
            </a:r>
          </a:p>
          <a:p>
            <a:r>
              <a:rPr lang="en-GB" dirty="0">
                <a:sym typeface="Wingdings" pitchFamily="2" charset="2"/>
              </a:rPr>
              <a:t>Shape thick  variation, thin  strong consistent influence</a:t>
            </a:r>
          </a:p>
          <a:p>
            <a:r>
              <a:rPr lang="en-GB" dirty="0">
                <a:sym typeface="Wingdings" pitchFamily="2" charset="2"/>
              </a:rPr>
              <a:t>Separation / clustering of </a:t>
            </a:r>
            <a:r>
              <a:rPr lang="en-GB" dirty="0" err="1">
                <a:sym typeface="Wingdings" pitchFamily="2" charset="2"/>
              </a:rPr>
              <a:t>color</a:t>
            </a:r>
            <a:r>
              <a:rPr lang="en-GB" dirty="0">
                <a:sym typeface="Wingdings" pitchFamily="2" charset="2"/>
              </a:rPr>
              <a:t>  Strong correlation</a:t>
            </a:r>
            <a:endParaRPr lang="en-GB" dirty="0"/>
          </a:p>
        </p:txBody>
      </p:sp>
      <p:sp>
        <p:nvSpPr>
          <p:cNvPr id="4" name="Slide Number Placeholder 3">
            <a:extLst>
              <a:ext uri="{FF2B5EF4-FFF2-40B4-BE49-F238E27FC236}">
                <a16:creationId xmlns:a16="http://schemas.microsoft.com/office/drawing/2014/main" id="{A514F0A9-174E-1AE6-9588-17DD1F8528A1}"/>
              </a:ext>
            </a:extLst>
          </p:cNvPr>
          <p:cNvSpPr>
            <a:spLocks noGrp="1"/>
          </p:cNvSpPr>
          <p:nvPr>
            <p:ph type="sldNum" sz="quarter" idx="5"/>
          </p:nvPr>
        </p:nvSpPr>
        <p:spPr/>
        <p:txBody>
          <a:bodyPr/>
          <a:lstStyle/>
          <a:p>
            <a:fld id="{3DA2CA58-6FD8-4ACA-9D1E-EE4A7346A6C8}" type="slidenum">
              <a:rPr lang="en-GB" smtClean="0"/>
              <a:t>15</a:t>
            </a:fld>
            <a:endParaRPr lang="en-GB"/>
          </a:p>
        </p:txBody>
      </p:sp>
    </p:spTree>
    <p:extLst>
      <p:ext uri="{BB962C8B-B14F-4D97-AF65-F5344CB8AC3E}">
        <p14:creationId xmlns:p14="http://schemas.microsoft.com/office/powerpoint/2010/main" val="808384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Proof-of-concept shows </a:t>
            </a:r>
            <a:r>
              <a:rPr lang="en-GB" b="1" dirty="0"/>
              <a:t>commit-level technical debt prediction</a:t>
            </a:r>
            <a:r>
              <a:rPr lang="en-GB" dirty="0"/>
              <a:t> is feasible using gradient-boosted models and SHAP explainability.</a:t>
            </a:r>
          </a:p>
          <a:p>
            <a:r>
              <a:rPr lang="en-GB" dirty="0"/>
              <a:t>Key indicators: </a:t>
            </a:r>
            <a:r>
              <a:rPr lang="en-GB" b="1" dirty="0"/>
              <a:t>complexity growth, code churn, author count</a:t>
            </a:r>
            <a:r>
              <a:rPr lang="en-GB" dirty="0"/>
              <a:t>.</a:t>
            </a:r>
          </a:p>
          <a:p>
            <a:r>
              <a:rPr lang="en-GB" dirty="0"/>
              <a:t>Simple metrics can reveal actionable debt risks for </a:t>
            </a:r>
            <a:r>
              <a:rPr lang="en-GB" b="1" dirty="0"/>
              <a:t>DevOps workflows</a:t>
            </a:r>
            <a:r>
              <a:rPr lang="en-GB" dirty="0"/>
              <a:t>.</a:t>
            </a:r>
          </a:p>
          <a:p>
            <a:r>
              <a:rPr lang="en-GB" dirty="0"/>
              <a:t>Challenges remain: </a:t>
            </a:r>
            <a:r>
              <a:rPr lang="en-GB" b="1" dirty="0"/>
              <a:t>class imbalance</a:t>
            </a:r>
            <a:r>
              <a:rPr lang="en-GB" dirty="0"/>
              <a:t> and </a:t>
            </a:r>
            <a:r>
              <a:rPr lang="en-GB" b="1" dirty="0"/>
              <a:t>LLM-based label limitations</a:t>
            </a:r>
            <a:r>
              <a:rPr lang="en-GB" dirty="0"/>
              <a:t>.</a:t>
            </a:r>
          </a:p>
          <a:p>
            <a:r>
              <a:rPr lang="en-GB" dirty="0"/>
              <a:t>Future work: improve label quality, handle imbalance, validate in </a:t>
            </a:r>
            <a:r>
              <a:rPr lang="en-GB" b="1" dirty="0"/>
              <a:t>real-world settings</a:t>
            </a:r>
            <a:r>
              <a:rPr lang="en-GB" dirty="0"/>
              <a:t>.</a:t>
            </a:r>
          </a:p>
          <a:p>
            <a:endParaRPr lang="en-GB" dirty="0"/>
          </a:p>
        </p:txBody>
      </p:sp>
      <p:sp>
        <p:nvSpPr>
          <p:cNvPr id="4" name="Slide Number Placeholder 3"/>
          <p:cNvSpPr>
            <a:spLocks noGrp="1"/>
          </p:cNvSpPr>
          <p:nvPr>
            <p:ph type="sldNum" sz="quarter" idx="5"/>
          </p:nvPr>
        </p:nvSpPr>
        <p:spPr/>
        <p:txBody>
          <a:bodyPr/>
          <a:lstStyle/>
          <a:p>
            <a:fld id="{3DA2CA58-6FD8-4ACA-9D1E-EE4A7346A6C8}" type="slidenum">
              <a:rPr lang="en-GB" smtClean="0"/>
              <a:t>16</a:t>
            </a:fld>
            <a:endParaRPr lang="en-GB"/>
          </a:p>
        </p:txBody>
      </p:sp>
    </p:spTree>
    <p:extLst>
      <p:ext uri="{BB962C8B-B14F-4D97-AF65-F5344CB8AC3E}">
        <p14:creationId xmlns:p14="http://schemas.microsoft.com/office/powerpoint/2010/main" val="2675868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D1DA1-30CC-B467-A5FE-986B4CAC3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126CC-0CE2-DC31-4FC8-7C15D9B09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E82CA-676E-81A1-84BE-13DF65730EF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D8765E1-FDF0-9334-BA02-3F2FC36A842A}"/>
              </a:ext>
            </a:extLst>
          </p:cNvPr>
          <p:cNvSpPr>
            <a:spLocks noGrp="1"/>
          </p:cNvSpPr>
          <p:nvPr>
            <p:ph type="sldNum" sz="quarter" idx="5"/>
          </p:nvPr>
        </p:nvSpPr>
        <p:spPr/>
        <p:txBody>
          <a:bodyPr/>
          <a:lstStyle/>
          <a:p>
            <a:fld id="{3DA2CA58-6FD8-4ACA-9D1E-EE4A7346A6C8}" type="slidenum">
              <a:rPr lang="en-GB" smtClean="0"/>
              <a:t>17</a:t>
            </a:fld>
            <a:endParaRPr lang="en-GB"/>
          </a:p>
        </p:txBody>
      </p:sp>
    </p:spTree>
    <p:extLst>
      <p:ext uri="{BB962C8B-B14F-4D97-AF65-F5344CB8AC3E}">
        <p14:creationId xmlns:p14="http://schemas.microsoft.com/office/powerpoint/2010/main" val="1656611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pPr>
            <a:r>
              <a:rPr lang="en-GB" sz="1200" b="1" dirty="0">
                <a:solidFill>
                  <a:schemeClr val="bg1"/>
                </a:solidFill>
              </a:rPr>
              <a:t>Source Code &amp; Data in </a:t>
            </a:r>
            <a:r>
              <a:rPr lang="en-GB" sz="1200" b="1" dirty="0" err="1">
                <a:solidFill>
                  <a:schemeClr val="bg1"/>
                </a:solidFill>
              </a:rPr>
              <a:t>Github</a:t>
            </a:r>
            <a:r>
              <a:rPr lang="en-GB" sz="1200" b="1" dirty="0">
                <a:solidFill>
                  <a:schemeClr val="bg1"/>
                </a:solidFill>
              </a:rPr>
              <a:t>: </a:t>
            </a:r>
          </a:p>
          <a:p>
            <a:pPr>
              <a:lnSpc>
                <a:spcPct val="120000"/>
              </a:lnSpc>
            </a:pPr>
            <a:r>
              <a:rPr lang="en-GB" sz="1200" b="1" dirty="0">
                <a:solidFill>
                  <a:schemeClr val="bg1"/>
                </a:solidFill>
              </a:rPr>
              <a:t>https://</a:t>
            </a:r>
            <a:r>
              <a:rPr lang="en-GB" sz="1200" b="1" dirty="0" err="1">
                <a:solidFill>
                  <a:schemeClr val="bg1"/>
                </a:solidFill>
              </a:rPr>
              <a:t>github.com</a:t>
            </a:r>
            <a:r>
              <a:rPr lang="en-GB" sz="1200" b="1" dirty="0">
                <a:solidFill>
                  <a:schemeClr val="bg1"/>
                </a:solidFill>
              </a:rPr>
              <a:t>/Prof-it/</a:t>
            </a:r>
            <a:r>
              <a:rPr lang="en-GB" sz="1200" b="1" dirty="0" err="1">
                <a:solidFill>
                  <a:schemeClr val="bg1"/>
                </a:solidFill>
              </a:rPr>
              <a:t>td_prediction_llm</a:t>
            </a:r>
            <a:r>
              <a:rPr lang="en-GB" sz="1200" b="1" dirty="0">
                <a:solidFill>
                  <a:schemeClr val="bg1"/>
                </a:solidFill>
              </a:rPr>
              <a:t> </a:t>
            </a:r>
          </a:p>
          <a:p>
            <a:br>
              <a:rPr lang="en-GB" sz="1200" b="1" i="0" u="none" strike="noStrike" kern="1200" dirty="0">
                <a:solidFill>
                  <a:schemeClr val="tx1"/>
                </a:solidFill>
                <a:effectLst/>
                <a:latin typeface="+mn-lt"/>
                <a:ea typeface="+mn-ea"/>
                <a:cs typeface="+mn-cs"/>
              </a:rPr>
            </a:br>
            <a:r>
              <a:rPr lang="en-GB" sz="1200" b="1" i="0" u="none" strike="noStrike" kern="1200" dirty="0">
                <a:solidFill>
                  <a:schemeClr val="tx1"/>
                </a:solidFill>
                <a:effectLst/>
                <a:latin typeface="+mn-lt"/>
                <a:ea typeface="+mn-ea"/>
                <a:cs typeface="+mn-cs"/>
              </a:rPr>
              <a:t>IU International University of Applied Sciences · IT &amp; Technology</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Juri-Gagarin-Ring 152 · </a:t>
            </a:r>
          </a:p>
          <a:p>
            <a:r>
              <a:rPr lang="en-GB" sz="1200" b="0" i="0" u="none" strike="noStrike" kern="1200" dirty="0">
                <a:solidFill>
                  <a:schemeClr val="tx1"/>
                </a:solidFill>
                <a:effectLst/>
                <a:latin typeface="+mn-lt"/>
                <a:ea typeface="+mn-ea"/>
                <a:cs typeface="+mn-cs"/>
              </a:rPr>
              <a:t>99084 Erfurt · German</a:t>
            </a:r>
          </a:p>
          <a:p>
            <a:r>
              <a:rPr lang="en-GB" dirty="0"/>
              <a:t>Tom Morgenstern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Professor </a:t>
            </a:r>
            <a:r>
              <a:rPr lang="en-US" dirty="0" err="1"/>
              <a:t>Dr.rer.nat</a:t>
            </a:r>
            <a:r>
              <a:rPr lang="en-US" dirty="0"/>
              <a:t>. Tianxiang Lu </a:t>
            </a:r>
            <a:br>
              <a:rPr lang="en-US" dirty="0"/>
            </a:br>
            <a:br>
              <a:rPr lang="en-GB" dirty="0"/>
            </a:br>
            <a:r>
              <a:rPr lang="en-GB" sz="1200" dirty="0">
                <a:solidFill>
                  <a:schemeClr val="bg1"/>
                </a:solidFill>
              </a:rPr>
              <a:t>https://</a:t>
            </a:r>
            <a:r>
              <a:rPr lang="en-GB" sz="1200" dirty="0" err="1">
                <a:solidFill>
                  <a:schemeClr val="bg1"/>
                </a:solidFill>
              </a:rPr>
              <a:t>orcid.org</a:t>
            </a:r>
            <a:r>
              <a:rPr lang="en-GB" sz="1200" dirty="0">
                <a:solidFill>
                  <a:schemeClr val="bg1"/>
                </a:solidFill>
              </a:rPr>
              <a:t>/0009-0004-0656-3581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bg1"/>
                </a:solidFill>
              </a:rPr>
              <a:t>https://</a:t>
            </a:r>
            <a:r>
              <a:rPr lang="en-GB" sz="1200" dirty="0" err="1">
                <a:solidFill>
                  <a:schemeClr val="bg1"/>
                </a:solidFill>
              </a:rPr>
              <a:t>orcid.org</a:t>
            </a:r>
            <a:r>
              <a:rPr lang="en-GB" sz="1200" dirty="0">
                <a:solidFill>
                  <a:schemeClr val="bg1"/>
                </a:solidFill>
              </a:rPr>
              <a:t>/</a:t>
            </a:r>
            <a:r>
              <a:rPr lang="en-DE" sz="1200" kern="1200" dirty="0">
                <a:solidFill>
                  <a:schemeClr val="tx1"/>
                </a:solidFill>
                <a:effectLst/>
                <a:latin typeface="+mn-lt"/>
                <a:ea typeface="+mn-ea"/>
                <a:cs typeface="+mn-cs"/>
              </a:rPr>
              <a:t>0009−0002−8027−7343</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sz="1200" dirty="0">
                <a:solidFill>
                  <a:schemeClr val="bg1"/>
                </a:solidFill>
              </a:rPr>
            </a:br>
            <a:r>
              <a:rPr lang="en-GB" sz="1200" dirty="0">
                <a:solidFill>
                  <a:schemeClr val="bg1"/>
                </a:solidFill>
              </a:rPr>
              <a:t>https://</a:t>
            </a:r>
            <a:r>
              <a:rPr lang="en-GB" sz="1200" dirty="0" err="1">
                <a:solidFill>
                  <a:schemeClr val="bg1"/>
                </a:solidFill>
              </a:rPr>
              <a:t>www.iu.de</a:t>
            </a:r>
            <a:r>
              <a:rPr lang="en-GB" sz="1200" dirty="0">
                <a:solidFill>
                  <a:schemeClr val="bg1"/>
                </a:solidFill>
              </a:rPr>
              <a:t>/</a:t>
            </a:r>
            <a:r>
              <a:rPr lang="en-GB" sz="1200" dirty="0" err="1">
                <a:solidFill>
                  <a:schemeClr val="bg1"/>
                </a:solidFill>
              </a:rPr>
              <a:t>hochschule</a:t>
            </a:r>
            <a:r>
              <a:rPr lang="en-GB" sz="1200" dirty="0">
                <a:solidFill>
                  <a:schemeClr val="bg1"/>
                </a:solidFill>
              </a:rPr>
              <a:t>/</a:t>
            </a:r>
            <a:r>
              <a:rPr lang="en-GB" sz="1200" dirty="0" err="1">
                <a:solidFill>
                  <a:schemeClr val="bg1"/>
                </a:solidFill>
              </a:rPr>
              <a:t>lehrende</a:t>
            </a:r>
            <a:r>
              <a:rPr lang="en-GB" sz="1200" dirty="0">
                <a:solidFill>
                  <a:schemeClr val="bg1"/>
                </a:solidFill>
              </a:rPr>
              <a:t>/</a:t>
            </a:r>
            <a:r>
              <a:rPr lang="en-GB" sz="1200" dirty="0" err="1">
                <a:solidFill>
                  <a:schemeClr val="bg1"/>
                </a:solidFill>
              </a:rPr>
              <a:t>lu-tianxiang</a:t>
            </a:r>
            <a:r>
              <a:rPr lang="en-GB" sz="1200" dirty="0">
                <a:solidFill>
                  <a:schemeClr val="bg1"/>
                </a:solidFill>
              </a:rPr>
              <a:t>/</a:t>
            </a:r>
            <a:br>
              <a:rPr lang="en-GB" sz="1200" dirty="0">
                <a:solidFill>
                  <a:schemeClr val="bg1"/>
                </a:solidFill>
              </a:rPr>
            </a:br>
            <a:r>
              <a:rPr lang="en-GB" sz="1200" dirty="0">
                <a:solidFill>
                  <a:schemeClr val="bg1"/>
                </a:solidFill>
              </a:rPr>
              <a:t>https://</a:t>
            </a:r>
            <a:r>
              <a:rPr lang="en-GB" sz="1200" dirty="0" err="1">
                <a:solidFill>
                  <a:schemeClr val="bg1"/>
                </a:solidFill>
              </a:rPr>
              <a:t>www.researchgate.net</a:t>
            </a:r>
            <a:r>
              <a:rPr lang="en-GB" sz="1200" dirty="0">
                <a:solidFill>
                  <a:schemeClr val="bg1"/>
                </a:solidFill>
              </a:rPr>
              <a:t>/profile/Tianxiang-Lu-3</a:t>
            </a:r>
            <a:br>
              <a:rPr lang="en-GB" sz="1200" dirty="0">
                <a:solidFill>
                  <a:schemeClr val="bg1"/>
                </a:solidFill>
              </a:rPr>
            </a:br>
            <a:r>
              <a:rPr lang="en-GB" sz="1200" dirty="0">
                <a:solidFill>
                  <a:schemeClr val="bg1"/>
                </a:solidFill>
              </a:rPr>
              <a:t>https://</a:t>
            </a:r>
            <a:r>
              <a:rPr lang="en-GB" sz="1200" dirty="0" err="1">
                <a:solidFill>
                  <a:schemeClr val="bg1"/>
                </a:solidFill>
              </a:rPr>
              <a:t>www.linkedin.com</a:t>
            </a:r>
            <a:r>
              <a:rPr lang="en-GB" sz="1200" dirty="0">
                <a:solidFill>
                  <a:schemeClr val="bg1"/>
                </a:solidFill>
              </a:rPr>
              <a:t>/in/dr-</a:t>
            </a:r>
            <a:r>
              <a:rPr lang="en-GB" sz="1200" dirty="0" err="1">
                <a:solidFill>
                  <a:schemeClr val="bg1"/>
                </a:solidFill>
              </a:rPr>
              <a:t>rer</a:t>
            </a:r>
            <a:r>
              <a:rPr lang="en-GB" sz="1200" dirty="0">
                <a:solidFill>
                  <a:schemeClr val="bg1"/>
                </a:solidFill>
              </a:rPr>
              <a:t>-</a:t>
            </a:r>
            <a:r>
              <a:rPr lang="en-GB" sz="1200" dirty="0" err="1">
                <a:solidFill>
                  <a:schemeClr val="bg1"/>
                </a:solidFill>
              </a:rPr>
              <a:t>nat-tianxiang-lu</a:t>
            </a:r>
            <a:br>
              <a:rPr lang="en-GB" sz="1200" dirty="0">
                <a:solidFill>
                  <a:schemeClr val="bg1"/>
                </a:solidFill>
              </a:rPr>
            </a:br>
            <a:br>
              <a:rPr lang="en-GB" sz="1200" dirty="0">
                <a:solidFill>
                  <a:schemeClr val="bg1"/>
                </a:solidFill>
              </a:rPr>
            </a:br>
            <a:endParaRPr lang="en-US" dirty="0"/>
          </a:p>
          <a:p>
            <a:r>
              <a:rPr lang="en-GB" dirty="0">
                <a:hlinkClick r:id="rId3">
                  <a:extLst>
                    <a:ext uri="{A12FA001-AC4F-418D-AE19-62706E023703}">
                      <ahyp:hlinkClr xmlns:ahyp="http://schemas.microsoft.com/office/drawing/2018/hyperlinkcolor" val="tx"/>
                    </a:ext>
                  </a:extLst>
                </a:hlinkClick>
              </a:rPr>
              <a:t>mail@tommorgenstern.com</a:t>
            </a:r>
            <a:endParaRPr lang="en-GB" dirty="0"/>
          </a:p>
          <a:p>
            <a:pPr>
              <a:lnSpc>
                <a:spcPct val="120000"/>
              </a:lnSpc>
            </a:pPr>
            <a:r>
              <a:rPr lang="en-US" dirty="0">
                <a:hlinkClick r:id="rId4">
                  <a:extLst>
                    <a:ext uri="{A12FA001-AC4F-418D-AE19-62706E023703}">
                      <ahyp:hlinkClr xmlns:ahyp="http://schemas.microsoft.com/office/drawing/2018/hyperlinkcolor" val="tx"/>
                    </a:ext>
                  </a:extLst>
                </a:hlinkClick>
              </a:rPr>
              <a:t>Tianxiang.lu@iu.org</a:t>
            </a:r>
            <a:br>
              <a:rPr lang="en-US" dirty="0"/>
            </a:br>
            <a:br>
              <a:rPr lang="en-US" dirty="0"/>
            </a:br>
            <a:endParaRPr lang="en-US" dirty="0"/>
          </a:p>
          <a:p>
            <a:endParaRPr lang="en-GB" dirty="0"/>
          </a:p>
        </p:txBody>
      </p:sp>
      <p:sp>
        <p:nvSpPr>
          <p:cNvPr id="4" name="Slide Number Placeholder 3"/>
          <p:cNvSpPr>
            <a:spLocks noGrp="1"/>
          </p:cNvSpPr>
          <p:nvPr>
            <p:ph type="sldNum" sz="quarter" idx="5"/>
          </p:nvPr>
        </p:nvSpPr>
        <p:spPr/>
        <p:txBody>
          <a:bodyPr/>
          <a:lstStyle/>
          <a:p>
            <a:fld id="{3DA2CA58-6FD8-4ACA-9D1E-EE4A7346A6C8}" type="slidenum">
              <a:rPr lang="en-GB" smtClean="0"/>
              <a:t>19</a:t>
            </a:fld>
            <a:endParaRPr lang="en-GB"/>
          </a:p>
        </p:txBody>
      </p:sp>
    </p:spTree>
    <p:extLst>
      <p:ext uri="{BB962C8B-B14F-4D97-AF65-F5344CB8AC3E}">
        <p14:creationId xmlns:p14="http://schemas.microsoft.com/office/powerpoint/2010/main" val="263350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sv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parator Marketing">
    <p:bg>
      <p:bgPr>
        <a:solidFill>
          <a:schemeClr val="tx1"/>
        </a:solidFill>
        <a:effectLst/>
      </p:bgPr>
    </p:bg>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1E03626C-221D-7141-8EED-B0B5630D09BE}"/>
              </a:ext>
            </a:extLst>
          </p:cNvPr>
          <p:cNvSpPr/>
          <p:nvPr userDrawn="1"/>
        </p:nvSpPr>
        <p:spPr>
          <a:xfrm rot="13500000">
            <a:off x="6779820" y="1272117"/>
            <a:ext cx="4341010" cy="434101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Textfeld 4">
            <a:extLst>
              <a:ext uri="{FF2B5EF4-FFF2-40B4-BE49-F238E27FC236}">
                <a16:creationId xmlns:a16="http://schemas.microsoft.com/office/drawing/2014/main" id="{7B5BCFA3-DF92-7848-A083-4FA37211AD63}"/>
              </a:ext>
            </a:extLst>
          </p:cNvPr>
          <p:cNvSpPr txBox="1"/>
          <p:nvPr userDrawn="1"/>
        </p:nvSpPr>
        <p:spPr>
          <a:xfrm>
            <a:off x="227013" y="92075"/>
            <a:ext cx="8723312" cy="6670675"/>
          </a:xfrm>
          <a:prstGeom prst="rect">
            <a:avLst/>
          </a:prstGeom>
          <a:noFill/>
        </p:spPr>
        <p:txBody>
          <a:bodyPr wrap="square" lIns="36000" rtlCol="0" anchor="ctr" anchorCtr="0">
            <a:noAutofit/>
          </a:bodyPr>
          <a:lstStyle/>
          <a:p>
            <a:pPr>
              <a:lnSpc>
                <a:spcPct val="90000"/>
              </a:lnSpc>
            </a:pPr>
            <a:r>
              <a:rPr lang="en-US" sz="16000" noProof="0">
                <a:solidFill>
                  <a:schemeClr val="accent1"/>
                </a:solidFill>
              </a:rPr>
              <a:t>Title</a:t>
            </a:r>
            <a:br>
              <a:rPr lang="en-US" sz="16000" noProof="0">
                <a:solidFill>
                  <a:schemeClr val="accent1"/>
                </a:solidFill>
              </a:rPr>
            </a:br>
            <a:r>
              <a:rPr lang="en-US" sz="16000" noProof="0">
                <a:solidFill>
                  <a:schemeClr val="accent1"/>
                </a:solidFill>
              </a:rPr>
              <a:t>Slides</a:t>
            </a:r>
          </a:p>
        </p:txBody>
      </p:sp>
      <p:sp>
        <p:nvSpPr>
          <p:cNvPr id="4" name="Textfeld 3">
            <a:extLst>
              <a:ext uri="{FF2B5EF4-FFF2-40B4-BE49-F238E27FC236}">
                <a16:creationId xmlns:a16="http://schemas.microsoft.com/office/drawing/2014/main" id="{6C5C1B88-31E4-B749-B4CA-544CFAB8D43E}"/>
              </a:ext>
            </a:extLst>
          </p:cNvPr>
          <p:cNvSpPr txBox="1"/>
          <p:nvPr userDrawn="1"/>
        </p:nvSpPr>
        <p:spPr>
          <a:xfrm>
            <a:off x="9912350" y="5654015"/>
            <a:ext cx="2318905" cy="1200329"/>
          </a:xfrm>
          <a:prstGeom prst="rect">
            <a:avLst/>
          </a:prstGeom>
          <a:noFill/>
        </p:spPr>
        <p:txBody>
          <a:bodyPr wrap="square" lIns="36000" rtlCol="0">
            <a:spAutoFit/>
          </a:bodyPr>
          <a:lstStyle/>
          <a:p>
            <a:r>
              <a:rPr lang="en-US" noProof="0">
                <a:solidFill>
                  <a:schemeClr val="bg1"/>
                </a:solidFill>
              </a:rPr>
              <a:t>Slide is for sorting purposes only - not for use!
</a:t>
            </a:r>
          </a:p>
        </p:txBody>
      </p:sp>
    </p:spTree>
    <p:extLst>
      <p:ext uri="{BB962C8B-B14F-4D97-AF65-F5344CB8AC3E}">
        <p14:creationId xmlns:p14="http://schemas.microsoft.com/office/powerpoint/2010/main" val="2391433214"/>
      </p:ext>
    </p:extLst>
  </p:cSld>
  <p:clrMapOvr>
    <a:masterClrMapping/>
  </p:clrMapOvr>
  <p:extLst>
    <p:ext uri="{DCECCB84-F9BA-43D5-87BE-67443E8EF086}">
      <p15:sldGuideLst xmlns:p15="http://schemas.microsoft.com/office/powerpoint/2012/main">
        <p15:guide id="1" orient="horz" pos="1502">
          <p15:clr>
            <a:srgbClr val="FBAE40"/>
          </p15:clr>
        </p15:guide>
        <p15:guide id="2" orient="horz" pos="259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Full Screen">
    <p:bg>
      <p:bgPr>
        <a:solidFill>
          <a:schemeClr val="bg1"/>
        </a:solidFill>
        <a:effectLst/>
      </p:bgPr>
    </p:bg>
    <p:spTree>
      <p:nvGrpSpPr>
        <p:cNvPr id="1" name=""/>
        <p:cNvGrpSpPr/>
        <p:nvPr/>
      </p:nvGrpSpPr>
      <p:grpSpPr>
        <a:xfrm>
          <a:off x="0" y="0"/>
          <a:ext cx="0" cy="0"/>
          <a:chOff x="0" y="0"/>
          <a:chExt cx="0" cy="0"/>
        </a:xfrm>
      </p:grpSpPr>
      <p:pic>
        <p:nvPicPr>
          <p:cNvPr id="4" name="Grafik 3" descr="Ein Bild, das Text enthält.&#10;&#10;Automatisch generierte Beschreibung">
            <a:extLst>
              <a:ext uri="{FF2B5EF4-FFF2-40B4-BE49-F238E27FC236}">
                <a16:creationId xmlns:a16="http://schemas.microsoft.com/office/drawing/2014/main" id="{6CFDC59F-631A-B848-B6E6-24A75158C0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37839" y="-12917"/>
            <a:ext cx="3016341" cy="1417435"/>
          </a:xfrm>
          <a:prstGeom prst="rect">
            <a:avLst/>
          </a:prstGeom>
        </p:spPr>
      </p:pic>
      <p:sp>
        <p:nvSpPr>
          <p:cNvPr id="13" name="Bildplatzhalter 14">
            <a:extLst>
              <a:ext uri="{FF2B5EF4-FFF2-40B4-BE49-F238E27FC236}">
                <a16:creationId xmlns:a16="http://schemas.microsoft.com/office/drawing/2014/main" id="{456BB6B8-CE6B-314F-B7F1-29186EBAE759}"/>
              </a:ext>
            </a:extLst>
          </p:cNvPr>
          <p:cNvSpPr>
            <a:spLocks noGrp="1"/>
          </p:cNvSpPr>
          <p:nvPr>
            <p:ph type="pic" sz="quarter" idx="22" hasCustomPrompt="1"/>
          </p:nvPr>
        </p:nvSpPr>
        <p:spPr>
          <a:xfrm>
            <a:off x="0" y="0"/>
            <a:ext cx="12192000" cy="6857999"/>
          </a:xfrm>
          <a:prstGeom prst="rect">
            <a:avLst/>
          </a:prstGeom>
          <a:pattFill prst="ltUpDiag">
            <a:fgClr>
              <a:schemeClr val="bg2"/>
            </a:fgClr>
            <a:bgClr>
              <a:schemeClr val="bg1"/>
            </a:bgClr>
          </a:pattFill>
        </p:spPr>
        <p:txBody>
          <a:bodyPr/>
          <a:lstStyle>
            <a:lvl1pPr marL="0" indent="0">
              <a:buNone/>
              <a:defRPr/>
            </a:lvl1pPr>
          </a:lstStyle>
          <a:p>
            <a:r>
              <a:rPr lang="en-US" noProof="0"/>
              <a:t>Image by clicking Add Icon</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8" name="Rechteck 17">
            <a:extLst>
              <a:ext uri="{FF2B5EF4-FFF2-40B4-BE49-F238E27FC236}">
                <a16:creationId xmlns:a16="http://schemas.microsoft.com/office/drawing/2014/main" id="{6FCC6785-A792-114F-BC5E-78D4A114BA6A}"/>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Bildplatzhalter 4">
            <a:extLst>
              <a:ext uri="{FF2B5EF4-FFF2-40B4-BE49-F238E27FC236}">
                <a16:creationId xmlns:a16="http://schemas.microsoft.com/office/drawing/2014/main" id="{C1554E08-DC93-CA47-B66B-6DCF712A5BF5}"/>
              </a:ext>
            </a:extLst>
          </p:cNvPr>
          <p:cNvSpPr>
            <a:spLocks noGrp="1"/>
          </p:cNvSpPr>
          <p:nvPr>
            <p:ph type="pic" sz="quarter" idx="25" hasCustomPrompt="1"/>
          </p:nvPr>
        </p:nvSpPr>
        <p:spPr>
          <a:xfrm>
            <a:off x="9347999" y="0"/>
            <a:ext cx="2844000" cy="1371600"/>
          </a:xfrm>
          <a:blipFill>
            <a:blip r:embed="rId2">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noProof="0"/>
              <a:t> </a:t>
            </a:r>
          </a:p>
        </p:txBody>
      </p:sp>
      <p:sp>
        <p:nvSpPr>
          <p:cNvPr id="9" name="Textplatzhalter 14">
            <a:extLst>
              <a:ext uri="{FF2B5EF4-FFF2-40B4-BE49-F238E27FC236}">
                <a16:creationId xmlns:a16="http://schemas.microsoft.com/office/drawing/2014/main" id="{985FF732-6A39-C544-98F9-518E83288225}"/>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Tree>
    <p:extLst>
      <p:ext uri="{BB962C8B-B14F-4D97-AF65-F5344CB8AC3E}">
        <p14:creationId xmlns:p14="http://schemas.microsoft.com/office/powerpoint/2010/main" val="6831631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lack">
    <p:bg>
      <p:bgPr>
        <a:solidFill>
          <a:schemeClr val="tx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867E666A-3FE3-DE4E-8157-B8087F1E546F}"/>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platzhalter 14">
            <a:extLst>
              <a:ext uri="{FF2B5EF4-FFF2-40B4-BE49-F238E27FC236}">
                <a16:creationId xmlns:a16="http://schemas.microsoft.com/office/drawing/2014/main" id="{659ECD9D-327B-BD43-AE65-547D4909DB50}"/>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8" name="Bildplatzhalter 4">
            <a:extLst>
              <a:ext uri="{FF2B5EF4-FFF2-40B4-BE49-F238E27FC236}">
                <a16:creationId xmlns:a16="http://schemas.microsoft.com/office/drawing/2014/main" id="{4A723BDA-F5AC-B982-FEF7-6270A83F808E}"/>
              </a:ext>
            </a:extLst>
          </p:cNvPr>
          <p:cNvSpPr txBox="1">
            <a:spLocks/>
          </p:cNvSpPr>
          <p:nvPr userDrawn="1"/>
        </p:nvSpPr>
        <p:spPr>
          <a:xfrm>
            <a:off x="9348000" y="0"/>
            <a:ext cx="2844000" cy="1371600"/>
          </a:xfrm>
          <a:prstGeom prst="rect">
            <a:avLst/>
          </a:prstGeom>
          <a:blipFill>
            <a:blip r:embed="rId2">
              <a:extLst>
                <a:ext uri="{28A0092B-C50C-407E-A947-70E740481C1C}">
                  <a14:useLocalDpi xmlns:a14="http://schemas.microsoft.com/office/drawing/2010/main" val="0"/>
                </a:ext>
              </a:extLst>
            </a:blip>
            <a:stretch>
              <a:fillRect/>
            </a:stretch>
          </a:blipFill>
        </p:spPr>
        <p:txBody>
          <a:bodyPr vert="horz" lIns="0" tIns="0" rIns="0" bIns="0" rtlCol="0" anchor="t">
            <a:noAutofit/>
          </a:bodyPr>
          <a:lstStyle>
            <a:lvl1pPr marL="0" indent="0" algn="l" defTabSz="914400" rtl="0" eaLnBrk="1" latinLnBrk="0" hangingPunct="1">
              <a:lnSpc>
                <a:spcPct val="120000"/>
              </a:lnSpc>
              <a:spcBef>
                <a:spcPts val="0"/>
              </a:spcBef>
              <a:spcAft>
                <a:spcPts val="400"/>
              </a:spcAft>
              <a:buClr>
                <a:schemeClr val="accent5"/>
              </a:buClr>
              <a:buSzPct val="120000"/>
              <a:buFont typeface="Symbol" pitchFamily="2" charset="2"/>
              <a:buNone/>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t> </a:t>
            </a:r>
          </a:p>
        </p:txBody>
      </p:sp>
    </p:spTree>
    <p:extLst>
      <p:ext uri="{BB962C8B-B14F-4D97-AF65-F5344CB8AC3E}">
        <p14:creationId xmlns:p14="http://schemas.microsoft.com/office/powerpoint/2010/main" val="4137502985"/>
      </p:ext>
    </p:extLst>
  </p:cSld>
  <p:clrMapOvr>
    <a:masterClrMapping/>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Full Screen | Big">
    <p:bg>
      <p:bgPr>
        <a:solidFill>
          <a:schemeClr val="bg1"/>
        </a:solidFill>
        <a:effectLst/>
      </p:bgPr>
    </p:bg>
    <p:spTree>
      <p:nvGrpSpPr>
        <p:cNvPr id="1" name=""/>
        <p:cNvGrpSpPr/>
        <p:nvPr/>
      </p:nvGrpSpPr>
      <p:grpSpPr>
        <a:xfrm>
          <a:off x="0" y="0"/>
          <a:ext cx="0" cy="0"/>
          <a:chOff x="0" y="0"/>
          <a:chExt cx="0" cy="0"/>
        </a:xfrm>
      </p:grpSpPr>
      <p:sp>
        <p:nvSpPr>
          <p:cNvPr id="13" name="Bildplatzhalter 14">
            <a:extLst>
              <a:ext uri="{FF2B5EF4-FFF2-40B4-BE49-F238E27FC236}">
                <a16:creationId xmlns:a16="http://schemas.microsoft.com/office/drawing/2014/main" id="{456BB6B8-CE6B-314F-B7F1-29186EBAE759}"/>
              </a:ext>
            </a:extLst>
          </p:cNvPr>
          <p:cNvSpPr>
            <a:spLocks noGrp="1"/>
          </p:cNvSpPr>
          <p:nvPr>
            <p:ph type="pic" sz="quarter" idx="22" hasCustomPrompt="1"/>
          </p:nvPr>
        </p:nvSpPr>
        <p:spPr>
          <a:xfrm>
            <a:off x="0" y="0"/>
            <a:ext cx="12192000" cy="6857999"/>
          </a:xfrm>
          <a:prstGeom prst="rect">
            <a:avLst/>
          </a:prstGeom>
          <a:pattFill prst="ltUpDiag">
            <a:fgClr>
              <a:schemeClr val="bg2"/>
            </a:fgClr>
            <a:bgClr>
              <a:schemeClr val="bg1"/>
            </a:bgClr>
          </a:pattFill>
        </p:spPr>
        <p:txBody>
          <a:bodyPr/>
          <a:lstStyle>
            <a:lvl1pPr marL="0" indent="0">
              <a:buNone/>
              <a:defRPr/>
            </a:lvl1pPr>
          </a:lstStyle>
          <a:p>
            <a:r>
              <a:rPr lang="en-US" noProof="0"/>
              <a:t>Image by clicking Add Icon</a:t>
            </a:r>
          </a:p>
        </p:txBody>
      </p:sp>
      <p:sp>
        <p:nvSpPr>
          <p:cNvPr id="25" name="Bildplatzhalter 4">
            <a:extLst>
              <a:ext uri="{FF2B5EF4-FFF2-40B4-BE49-F238E27FC236}">
                <a16:creationId xmlns:a16="http://schemas.microsoft.com/office/drawing/2014/main" id="{E7789FF3-70A2-A745-89B1-58D373FF524D}"/>
              </a:ext>
            </a:extLst>
          </p:cNvPr>
          <p:cNvSpPr>
            <a:spLocks noGrp="1"/>
          </p:cNvSpPr>
          <p:nvPr>
            <p:ph type="pic" sz="quarter" idx="25" hasCustomPrompt="1"/>
          </p:nvPr>
        </p:nvSpPr>
        <p:spPr>
          <a:xfrm>
            <a:off x="9347999" y="0"/>
            <a:ext cx="2844000" cy="1371600"/>
          </a:xfrm>
          <a:blipFill>
            <a:blip r:embed="rId2">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noProof="0"/>
              <a:t> </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8" name="Rechteck 17">
            <a:extLst>
              <a:ext uri="{FF2B5EF4-FFF2-40B4-BE49-F238E27FC236}">
                <a16:creationId xmlns:a16="http://schemas.microsoft.com/office/drawing/2014/main" id="{6FCC6785-A792-114F-BC5E-78D4A114BA6A}"/>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Textplatzhalter 20">
            <a:extLst>
              <a:ext uri="{FF2B5EF4-FFF2-40B4-BE49-F238E27FC236}">
                <a16:creationId xmlns:a16="http://schemas.microsoft.com/office/drawing/2014/main" id="{07777BEF-0943-49B5-89E4-2C7D1CCACC05}"/>
              </a:ext>
            </a:extLst>
          </p:cNvPr>
          <p:cNvSpPr>
            <a:spLocks noGrp="1"/>
          </p:cNvSpPr>
          <p:nvPr>
            <p:ph type="body" sz="quarter" idx="12" hasCustomPrompt="1"/>
          </p:nvPr>
        </p:nvSpPr>
        <p:spPr>
          <a:xfrm>
            <a:off x="227013" y="5635438"/>
            <a:ext cx="2450873" cy="300852"/>
          </a:xfrm>
          <a:prstGeom prst="rect">
            <a:avLst/>
          </a:prstGeom>
        </p:spPr>
        <p:txBody>
          <a:bodyPr>
            <a:spAutoFit/>
          </a:bodyPr>
          <a:lstStyle>
            <a:lvl1pPr marL="0" indent="0">
              <a:buNone/>
              <a:defRPr>
                <a:solidFill>
                  <a:schemeClr val="bg1"/>
                </a:solidFill>
              </a:defRPr>
            </a:lvl1pPr>
          </a:lstStyle>
          <a:p>
            <a:pPr lvl="0"/>
            <a:r>
              <a:rPr lang="en-US" noProof="0"/>
              <a:t>Location, edit date</a:t>
            </a:r>
          </a:p>
        </p:txBody>
      </p:sp>
      <p:sp>
        <p:nvSpPr>
          <p:cNvPr id="20" name="Textplatzhalter 14">
            <a:extLst>
              <a:ext uri="{FF2B5EF4-FFF2-40B4-BE49-F238E27FC236}">
                <a16:creationId xmlns:a16="http://schemas.microsoft.com/office/drawing/2014/main" id="{13A157F3-E00B-924B-B69A-B723ED249F97}"/>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8"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17" name="Textplatzhalter 5">
            <a:extLst>
              <a:ext uri="{FF2B5EF4-FFF2-40B4-BE49-F238E27FC236}">
                <a16:creationId xmlns:a16="http://schemas.microsoft.com/office/drawing/2014/main" id="{011F3C81-F538-504D-B676-6B7773CE8293}"/>
              </a:ext>
            </a:extLst>
          </p:cNvPr>
          <p:cNvSpPr>
            <a:spLocks noGrp="1"/>
          </p:cNvSpPr>
          <p:nvPr>
            <p:ph type="body" sz="quarter" idx="23" hasCustomPrompt="1"/>
          </p:nvPr>
        </p:nvSpPr>
        <p:spPr>
          <a:xfrm>
            <a:off x="0" y="4102500"/>
            <a:ext cx="8179685" cy="1105678"/>
          </a:xfrm>
          <a:solidFill>
            <a:schemeClr val="accent1"/>
          </a:solidFill>
        </p:spPr>
        <p:txBody>
          <a:bodyPr wrap="none" lIns="216000" tIns="36000" rIns="216000" bIns="36000">
            <a:spAutoFit/>
          </a:bodyPr>
          <a:lstStyle>
            <a:lvl1pPr marL="0" indent="0" fontAlgn="t">
              <a:lnSpc>
                <a:spcPts val="7660"/>
              </a:lnSpc>
              <a:spcAft>
                <a:spcPts val="0"/>
              </a:spcAft>
              <a:buNone/>
              <a:defRPr sz="7600" b="1" i="0" cap="all" spc="20" baseline="0">
                <a:latin typeface="Source Sans Pro" panose="020B0503030403020204" pitchFamily="34" charset="0"/>
                <a:ea typeface="Source Sans Pro" panose="020B0503030403020204" pitchFamily="34" charset="0"/>
              </a:defRPr>
            </a:lvl1pPr>
            <a:lvl2pPr marL="180975" indent="0">
              <a:buNone/>
              <a:defRPr sz="3800" b="1" i="0" cap="all" spc="20" baseline="0">
                <a:latin typeface="Source Sans Pro" panose="020B0503030403020204" pitchFamily="34" charset="0"/>
                <a:ea typeface="Source Sans Pro" panose="020B0503030403020204" pitchFamily="34" charset="0"/>
              </a:defRPr>
            </a:lvl2pPr>
            <a:lvl3pPr marL="361950" indent="0">
              <a:buNone/>
              <a:defRPr sz="3800" b="1" i="0" cap="all" spc="20" baseline="0">
                <a:latin typeface="Source Sans Pro" panose="020B0503030403020204" pitchFamily="34" charset="0"/>
                <a:ea typeface="Source Sans Pro" panose="020B0503030403020204" pitchFamily="34" charset="0"/>
              </a:defRPr>
            </a:lvl3pPr>
            <a:lvl4pPr marL="542925" indent="0">
              <a:buNone/>
              <a:defRPr sz="3800" b="1" i="0" cap="all" spc="20" baseline="0">
                <a:latin typeface="Source Sans Pro" panose="020B0503030403020204" pitchFamily="34" charset="0"/>
                <a:ea typeface="Source Sans Pro" panose="020B0503030403020204" pitchFamily="34" charset="0"/>
              </a:defRPr>
            </a:lvl4pPr>
            <a:lvl5pPr marL="714375" indent="0">
              <a:buNone/>
              <a:defRPr sz="3800" b="1" i="0" cap="all" spc="20" baseline="0">
                <a:latin typeface="Source Sans Pro" panose="020B0503030403020204" pitchFamily="34" charset="0"/>
                <a:ea typeface="Source Sans Pro" panose="020B0503030403020204" pitchFamily="34" charset="0"/>
              </a:defRPr>
            </a:lvl5pPr>
          </a:lstStyle>
          <a:p>
            <a:pPr lvl="0"/>
            <a:r>
              <a:rPr lang="en-US" noProof="0"/>
              <a:t>2nd line editing</a:t>
            </a:r>
          </a:p>
        </p:txBody>
      </p:sp>
      <p:sp>
        <p:nvSpPr>
          <p:cNvPr id="19" name="Textplatzhalter 3">
            <a:extLst>
              <a:ext uri="{FF2B5EF4-FFF2-40B4-BE49-F238E27FC236}">
                <a16:creationId xmlns:a16="http://schemas.microsoft.com/office/drawing/2014/main" id="{CA28727A-8E80-5B40-B5CC-50A198404F21}"/>
              </a:ext>
            </a:extLst>
          </p:cNvPr>
          <p:cNvSpPr>
            <a:spLocks noGrp="1"/>
          </p:cNvSpPr>
          <p:nvPr>
            <p:ph type="body" sz="quarter" idx="24" hasCustomPrompt="1"/>
          </p:nvPr>
        </p:nvSpPr>
        <p:spPr>
          <a:xfrm>
            <a:off x="0" y="2563541"/>
            <a:ext cx="2033451" cy="265260"/>
          </a:xfrm>
          <a:solidFill>
            <a:schemeClr val="tx1"/>
          </a:solidFill>
        </p:spPr>
        <p:txBody>
          <a:bodyPr wrap="none" lIns="216000" tIns="18000" rIns="216000" bIns="18000">
            <a:spAutoFit/>
          </a:bodyPr>
          <a:lstStyle>
            <a:lvl1pPr marL="0" indent="0" fontAlgn="t">
              <a:lnSpc>
                <a:spcPts val="1740"/>
              </a:lnSpc>
              <a:spcAft>
                <a:spcPts val="0"/>
              </a:spcAft>
              <a:buNone/>
              <a:defRPr cap="all" spc="-20" baseline="0">
                <a:solidFill>
                  <a:schemeClr val="bg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22" name="Titel 1">
            <a:extLst>
              <a:ext uri="{FF2B5EF4-FFF2-40B4-BE49-F238E27FC236}">
                <a16:creationId xmlns:a16="http://schemas.microsoft.com/office/drawing/2014/main" id="{0B57E5B0-F337-E04E-9939-8F9ADE3819CD}"/>
              </a:ext>
            </a:extLst>
          </p:cNvPr>
          <p:cNvSpPr>
            <a:spLocks noGrp="1"/>
          </p:cNvSpPr>
          <p:nvPr>
            <p:ph type="ctrTitle" hasCustomPrompt="1"/>
          </p:nvPr>
        </p:nvSpPr>
        <p:spPr>
          <a:xfrm>
            <a:off x="0" y="2912400"/>
            <a:ext cx="5548837" cy="1105678"/>
          </a:xfrm>
          <a:prstGeom prst="rect">
            <a:avLst/>
          </a:prstGeom>
          <a:solidFill>
            <a:schemeClr val="accent1"/>
          </a:solidFill>
        </p:spPr>
        <p:txBody>
          <a:bodyPr wrap="none" lIns="216000" tIns="36000" rIns="216000" bIns="36000" anchor="t" anchorCtr="0">
            <a:spAutoFit/>
          </a:bodyPr>
          <a:lstStyle>
            <a:lvl1pPr algn="l" fontAlgn="t">
              <a:lnSpc>
                <a:spcPts val="7660"/>
              </a:lnSpc>
              <a:defRPr sz="7600" baseline="0"/>
            </a:lvl1pPr>
          </a:lstStyle>
          <a:p>
            <a:r>
              <a:rPr lang="en-US" noProof="0"/>
              <a:t>Edit titles</a:t>
            </a:r>
          </a:p>
        </p:txBody>
      </p:sp>
    </p:spTree>
    <p:extLst>
      <p:ext uri="{BB962C8B-B14F-4D97-AF65-F5344CB8AC3E}">
        <p14:creationId xmlns:p14="http://schemas.microsoft.com/office/powerpoint/2010/main" val="27029379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Full Screen | Middle">
    <p:bg>
      <p:bgRef idx="1001">
        <a:schemeClr val="bg1"/>
      </p:bgRef>
    </p:bg>
    <p:spTree>
      <p:nvGrpSpPr>
        <p:cNvPr id="1" name=""/>
        <p:cNvGrpSpPr/>
        <p:nvPr/>
      </p:nvGrpSpPr>
      <p:grpSpPr>
        <a:xfrm>
          <a:off x="0" y="0"/>
          <a:ext cx="0" cy="0"/>
          <a:chOff x="0" y="0"/>
          <a:chExt cx="0" cy="0"/>
        </a:xfrm>
      </p:grpSpPr>
      <p:sp>
        <p:nvSpPr>
          <p:cNvPr id="13" name="Bildplatzhalter 14">
            <a:extLst>
              <a:ext uri="{FF2B5EF4-FFF2-40B4-BE49-F238E27FC236}">
                <a16:creationId xmlns:a16="http://schemas.microsoft.com/office/drawing/2014/main" id="{456BB6B8-CE6B-314F-B7F1-29186EBAE759}"/>
              </a:ext>
            </a:extLst>
          </p:cNvPr>
          <p:cNvSpPr>
            <a:spLocks noGrp="1"/>
          </p:cNvSpPr>
          <p:nvPr>
            <p:ph type="pic" sz="quarter" idx="22" hasCustomPrompt="1"/>
          </p:nvPr>
        </p:nvSpPr>
        <p:spPr>
          <a:xfrm>
            <a:off x="0" y="1"/>
            <a:ext cx="12291238" cy="6857999"/>
          </a:xfrm>
          <a:prstGeom prst="rect">
            <a:avLst/>
          </a:prstGeom>
          <a:pattFill prst="ltUpDiag">
            <a:fgClr>
              <a:schemeClr val="bg2"/>
            </a:fgClr>
            <a:bgClr>
              <a:schemeClr val="bg1"/>
            </a:bgClr>
          </a:pattFill>
        </p:spPr>
        <p:txBody>
          <a:bodyPr/>
          <a:lstStyle>
            <a:lvl1pPr marL="0" indent="0">
              <a:buNone/>
              <a:defRPr/>
            </a:lvl1pPr>
          </a:lstStyle>
          <a:p>
            <a:r>
              <a:rPr lang="en-US" noProof="0"/>
              <a:t>Image by clicking Add Icon</a:t>
            </a:r>
          </a:p>
        </p:txBody>
      </p:sp>
      <p:sp>
        <p:nvSpPr>
          <p:cNvPr id="22" name="Rechteck 21">
            <a:extLst>
              <a:ext uri="{FF2B5EF4-FFF2-40B4-BE49-F238E27FC236}">
                <a16:creationId xmlns:a16="http://schemas.microsoft.com/office/drawing/2014/main" id="{584251C6-1208-4642-9E00-B15332AFDA96}"/>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9" name="Textplatzhalter 14">
            <a:extLst>
              <a:ext uri="{FF2B5EF4-FFF2-40B4-BE49-F238E27FC236}">
                <a16:creationId xmlns:a16="http://schemas.microsoft.com/office/drawing/2014/main" id="{4E308A03-67AB-454F-930C-EF17E783CAEE}"/>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21" name="Textplatzhalter 20">
            <a:extLst>
              <a:ext uri="{FF2B5EF4-FFF2-40B4-BE49-F238E27FC236}">
                <a16:creationId xmlns:a16="http://schemas.microsoft.com/office/drawing/2014/main" id="{07777BEF-0943-49B5-89E4-2C7D1CCACC05}"/>
              </a:ext>
            </a:extLst>
          </p:cNvPr>
          <p:cNvSpPr>
            <a:spLocks noGrp="1"/>
          </p:cNvSpPr>
          <p:nvPr>
            <p:ph type="body" sz="quarter" idx="12" hasCustomPrompt="1"/>
          </p:nvPr>
        </p:nvSpPr>
        <p:spPr>
          <a:xfrm>
            <a:off x="227013" y="4982400"/>
            <a:ext cx="2450873" cy="300852"/>
          </a:xfrm>
          <a:prstGeom prst="rect">
            <a:avLst/>
          </a:prstGeom>
        </p:spPr>
        <p:txBody>
          <a:bodyPr>
            <a:spAutoFit/>
          </a:bodyPr>
          <a:lstStyle>
            <a:lvl1pPr marL="0" indent="0">
              <a:buNone/>
              <a:defRPr>
                <a:solidFill>
                  <a:schemeClr val="bg1"/>
                </a:solidFill>
              </a:defRPr>
            </a:lvl1pPr>
          </a:lstStyle>
          <a:p>
            <a:pPr lvl="0"/>
            <a:r>
              <a:rPr lang="en-US" noProof="0"/>
              <a:t>Location, edit date</a:t>
            </a:r>
          </a:p>
        </p:txBody>
      </p:sp>
      <p:sp>
        <p:nvSpPr>
          <p:cNvPr id="11" name="Textplatzhalter 3">
            <a:extLst>
              <a:ext uri="{FF2B5EF4-FFF2-40B4-BE49-F238E27FC236}">
                <a16:creationId xmlns:a16="http://schemas.microsoft.com/office/drawing/2014/main" id="{F4B58CEE-982D-ED4E-8008-DF1C61C07116}"/>
              </a:ext>
            </a:extLst>
          </p:cNvPr>
          <p:cNvSpPr>
            <a:spLocks noGrp="1"/>
          </p:cNvSpPr>
          <p:nvPr>
            <p:ph type="body" sz="quarter" idx="23" hasCustomPrompt="1"/>
          </p:nvPr>
        </p:nvSpPr>
        <p:spPr>
          <a:xfrm>
            <a:off x="0" y="2563541"/>
            <a:ext cx="2033451" cy="265260"/>
          </a:xfrm>
          <a:solidFill>
            <a:schemeClr val="tx1"/>
          </a:solidFill>
        </p:spPr>
        <p:txBody>
          <a:bodyPr wrap="none" lIns="216000" tIns="18000" rIns="216000" bIns="18000">
            <a:spAutoFit/>
          </a:bodyPr>
          <a:lstStyle>
            <a:lvl1pPr marL="0" indent="0" fontAlgn="t">
              <a:lnSpc>
                <a:spcPts val="1740"/>
              </a:lnSpc>
              <a:spcAft>
                <a:spcPts val="0"/>
              </a:spcAft>
              <a:buNone/>
              <a:defRPr cap="all" spc="-20" baseline="0">
                <a:solidFill>
                  <a:schemeClr val="bg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15" name="Textplatzhalter 5">
            <a:extLst>
              <a:ext uri="{FF2B5EF4-FFF2-40B4-BE49-F238E27FC236}">
                <a16:creationId xmlns:a16="http://schemas.microsoft.com/office/drawing/2014/main" id="{EB97D9F6-26EF-3049-A668-F1E5E687F633}"/>
              </a:ext>
            </a:extLst>
          </p:cNvPr>
          <p:cNvSpPr>
            <a:spLocks noGrp="1"/>
          </p:cNvSpPr>
          <p:nvPr>
            <p:ph type="body" sz="quarter" idx="25" hasCustomPrompt="1"/>
          </p:nvPr>
        </p:nvSpPr>
        <p:spPr>
          <a:xfrm>
            <a:off x="799" y="3796733"/>
            <a:ext cx="9047550" cy="802424"/>
          </a:xfrm>
          <a:solidFill>
            <a:schemeClr val="accent1"/>
          </a:solidFill>
        </p:spPr>
        <p:txBody>
          <a:bodyPr wrap="none" lIns="216000" tIns="36000" rIns="216000" bIns="0">
            <a:spAutoFit/>
          </a:bodyPr>
          <a:lstStyle>
            <a:lvl1pPr marL="0" indent="0">
              <a:lnSpc>
                <a:spcPct val="90000"/>
              </a:lnSpc>
              <a:buFontTx/>
              <a:buNone/>
              <a:defRPr sz="5400" b="1" i="0" cap="all" baseline="0">
                <a:latin typeface="Source Sans Pro" panose="020B0503030403020204" pitchFamily="34" charset="0"/>
                <a:ea typeface="Source Sans Pro" panose="020B0503030403020204" pitchFamily="34" charset="0"/>
              </a:defRPr>
            </a:lvl1pPr>
          </a:lstStyle>
          <a:p>
            <a:r>
              <a:rPr lang="en-US" noProof="0" dirty="0"/>
              <a:t>Edit master title format</a:t>
            </a:r>
          </a:p>
        </p:txBody>
      </p:sp>
      <p:sp>
        <p:nvSpPr>
          <p:cNvPr id="18" name="Titel 1">
            <a:extLst>
              <a:ext uri="{FF2B5EF4-FFF2-40B4-BE49-F238E27FC236}">
                <a16:creationId xmlns:a16="http://schemas.microsoft.com/office/drawing/2014/main" id="{6087A6BD-674D-264F-81CE-060375611335}"/>
              </a:ext>
            </a:extLst>
          </p:cNvPr>
          <p:cNvSpPr>
            <a:spLocks noGrp="1"/>
          </p:cNvSpPr>
          <p:nvPr>
            <p:ph type="title" hasCustomPrompt="1"/>
          </p:nvPr>
        </p:nvSpPr>
        <p:spPr>
          <a:xfrm>
            <a:off x="-1" y="2912400"/>
            <a:ext cx="7376013" cy="802424"/>
          </a:xfrm>
          <a:prstGeom prst="rect">
            <a:avLst/>
          </a:prstGeom>
        </p:spPr>
        <p:txBody>
          <a:bodyPr lIns="180000" tIns="36000" rIns="180000" bIns="0">
            <a:spAutoFit/>
          </a:bodyPr>
          <a:lstStyle>
            <a:lvl1pPr marL="0" marR="0" indent="0" algn="l" defTabSz="914400" rtl="0" eaLnBrk="1" fontAlgn="auto" latinLnBrk="0" hangingPunct="1">
              <a:lnSpc>
                <a:spcPct val="90000"/>
              </a:lnSpc>
              <a:spcBef>
                <a:spcPct val="0"/>
              </a:spcBef>
              <a:spcAft>
                <a:spcPts val="0"/>
              </a:spcAft>
              <a:buClrTx/>
              <a:buSzTx/>
              <a:buFontTx/>
              <a:buNone/>
              <a:tabLst/>
              <a:defRPr sz="5400" baseline="0"/>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noProof="0" dirty="0"/>
              <a:t>Master title format</a:t>
            </a:r>
          </a:p>
        </p:txBody>
      </p:sp>
      <p:sp>
        <p:nvSpPr>
          <p:cNvPr id="23" name="Bildplatzhalter 4">
            <a:extLst>
              <a:ext uri="{FF2B5EF4-FFF2-40B4-BE49-F238E27FC236}">
                <a16:creationId xmlns:a16="http://schemas.microsoft.com/office/drawing/2014/main" id="{2D65E825-0601-4240-BB14-3065687665EA}"/>
              </a:ext>
            </a:extLst>
          </p:cNvPr>
          <p:cNvSpPr>
            <a:spLocks noGrp="1"/>
          </p:cNvSpPr>
          <p:nvPr>
            <p:ph type="pic" sz="quarter" idx="27" hasCustomPrompt="1"/>
          </p:nvPr>
        </p:nvSpPr>
        <p:spPr>
          <a:xfrm>
            <a:off x="9347999" y="0"/>
            <a:ext cx="2844000" cy="1371600"/>
          </a:xfrm>
          <a:blipFill>
            <a:blip r:embed="rId2">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noProof="0"/>
              <a:t> </a:t>
            </a:r>
          </a:p>
        </p:txBody>
      </p:sp>
    </p:spTree>
    <p:extLst>
      <p:ext uri="{BB962C8B-B14F-4D97-AF65-F5344CB8AC3E}">
        <p14:creationId xmlns:p14="http://schemas.microsoft.com/office/powerpoint/2010/main" val="11230550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Full Screen | Small">
    <p:bg>
      <p:bgRef idx="1001">
        <a:schemeClr val="bg1"/>
      </p:bgRef>
    </p:bg>
    <p:spTree>
      <p:nvGrpSpPr>
        <p:cNvPr id="1" name=""/>
        <p:cNvGrpSpPr/>
        <p:nvPr/>
      </p:nvGrpSpPr>
      <p:grpSpPr>
        <a:xfrm>
          <a:off x="0" y="0"/>
          <a:ext cx="0" cy="0"/>
          <a:chOff x="0" y="0"/>
          <a:chExt cx="0" cy="0"/>
        </a:xfrm>
      </p:grpSpPr>
      <p:sp>
        <p:nvSpPr>
          <p:cNvPr id="13" name="Bildplatzhalter 14">
            <a:extLst>
              <a:ext uri="{FF2B5EF4-FFF2-40B4-BE49-F238E27FC236}">
                <a16:creationId xmlns:a16="http://schemas.microsoft.com/office/drawing/2014/main" id="{456BB6B8-CE6B-314F-B7F1-29186EBAE759}"/>
              </a:ext>
            </a:extLst>
          </p:cNvPr>
          <p:cNvSpPr>
            <a:spLocks noGrp="1"/>
          </p:cNvSpPr>
          <p:nvPr>
            <p:ph type="pic" sz="quarter" idx="22" hasCustomPrompt="1"/>
          </p:nvPr>
        </p:nvSpPr>
        <p:spPr>
          <a:xfrm>
            <a:off x="0" y="0"/>
            <a:ext cx="12291238" cy="6857999"/>
          </a:xfrm>
          <a:prstGeom prst="rect">
            <a:avLst/>
          </a:prstGeom>
          <a:pattFill prst="ltUpDiag">
            <a:fgClr>
              <a:schemeClr val="bg2"/>
            </a:fgClr>
            <a:bgClr>
              <a:schemeClr val="bg1"/>
            </a:bgClr>
          </a:pattFill>
        </p:spPr>
        <p:txBody>
          <a:bodyPr/>
          <a:lstStyle>
            <a:lvl1pPr marL="0" indent="0">
              <a:buNone/>
              <a:defRPr/>
            </a:lvl1pPr>
          </a:lstStyle>
          <a:p>
            <a:r>
              <a:rPr lang="en-US" noProof="0"/>
              <a:t>Image by clicking Add Icon</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8" name="Rechteck 17">
            <a:extLst>
              <a:ext uri="{FF2B5EF4-FFF2-40B4-BE49-F238E27FC236}">
                <a16:creationId xmlns:a16="http://schemas.microsoft.com/office/drawing/2014/main" id="{EC68FA23-F3AB-ED4F-A7A5-4B751EC4F955}"/>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Textplatzhalter 14">
            <a:extLst>
              <a:ext uri="{FF2B5EF4-FFF2-40B4-BE49-F238E27FC236}">
                <a16:creationId xmlns:a16="http://schemas.microsoft.com/office/drawing/2014/main" id="{78894B3C-B646-A641-822F-D41B0057695E}"/>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21" name="Textplatzhalter 20">
            <a:extLst>
              <a:ext uri="{FF2B5EF4-FFF2-40B4-BE49-F238E27FC236}">
                <a16:creationId xmlns:a16="http://schemas.microsoft.com/office/drawing/2014/main" id="{07777BEF-0943-49B5-89E4-2C7D1CCACC05}"/>
              </a:ext>
            </a:extLst>
          </p:cNvPr>
          <p:cNvSpPr>
            <a:spLocks noGrp="1"/>
          </p:cNvSpPr>
          <p:nvPr>
            <p:ph type="body" sz="quarter" idx="12" hasCustomPrompt="1"/>
          </p:nvPr>
        </p:nvSpPr>
        <p:spPr>
          <a:xfrm>
            <a:off x="227013" y="4510800"/>
            <a:ext cx="2450873" cy="300852"/>
          </a:xfrm>
          <a:prstGeom prst="rect">
            <a:avLst/>
          </a:prstGeom>
        </p:spPr>
        <p:txBody>
          <a:bodyPr>
            <a:spAutoFit/>
          </a:bodyPr>
          <a:lstStyle>
            <a:lvl1pPr marL="0" indent="0">
              <a:buNone/>
              <a:defRPr>
                <a:solidFill>
                  <a:schemeClr val="bg1"/>
                </a:solidFill>
              </a:defRPr>
            </a:lvl1pPr>
          </a:lstStyle>
          <a:p>
            <a:pPr lvl="0"/>
            <a:r>
              <a:rPr lang="en-US" noProof="0" dirty="0"/>
              <a:t>Location, edit date</a:t>
            </a:r>
          </a:p>
        </p:txBody>
      </p:sp>
      <p:sp>
        <p:nvSpPr>
          <p:cNvPr id="11" name="Textplatzhalter 3">
            <a:extLst>
              <a:ext uri="{FF2B5EF4-FFF2-40B4-BE49-F238E27FC236}">
                <a16:creationId xmlns:a16="http://schemas.microsoft.com/office/drawing/2014/main" id="{143B1469-8B45-5F48-BDDD-2F05F578E6AC}"/>
              </a:ext>
            </a:extLst>
          </p:cNvPr>
          <p:cNvSpPr>
            <a:spLocks noGrp="1"/>
          </p:cNvSpPr>
          <p:nvPr>
            <p:ph type="body" sz="quarter" idx="26" hasCustomPrompt="1"/>
          </p:nvPr>
        </p:nvSpPr>
        <p:spPr>
          <a:xfrm>
            <a:off x="0" y="2563541"/>
            <a:ext cx="2033451" cy="265260"/>
          </a:xfrm>
          <a:solidFill>
            <a:schemeClr val="tx1"/>
          </a:solidFill>
        </p:spPr>
        <p:txBody>
          <a:bodyPr wrap="none" lIns="216000" tIns="18000" rIns="216000" bIns="18000">
            <a:spAutoFit/>
          </a:bodyPr>
          <a:lstStyle>
            <a:lvl1pPr marL="0" indent="0" fontAlgn="t">
              <a:lnSpc>
                <a:spcPts val="1740"/>
              </a:lnSpc>
              <a:spcAft>
                <a:spcPts val="0"/>
              </a:spcAft>
              <a:buNone/>
              <a:defRPr cap="all" spc="-20" baseline="0">
                <a:solidFill>
                  <a:schemeClr val="bg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17" name="Textplatzhalter 5">
            <a:extLst>
              <a:ext uri="{FF2B5EF4-FFF2-40B4-BE49-F238E27FC236}">
                <a16:creationId xmlns:a16="http://schemas.microsoft.com/office/drawing/2014/main" id="{2F0B8247-EAE2-564F-B90F-F2747774CDE1}"/>
              </a:ext>
            </a:extLst>
          </p:cNvPr>
          <p:cNvSpPr>
            <a:spLocks noGrp="1"/>
          </p:cNvSpPr>
          <p:nvPr>
            <p:ph type="body" sz="quarter" idx="27" hasCustomPrompt="1"/>
          </p:nvPr>
        </p:nvSpPr>
        <p:spPr>
          <a:xfrm>
            <a:off x="-1" y="3568577"/>
            <a:ext cx="5971388" cy="580825"/>
          </a:xfrm>
          <a:solidFill>
            <a:schemeClr val="accent1"/>
          </a:solidFill>
        </p:spPr>
        <p:txBody>
          <a:bodyPr wrap="none" lIns="216000" tIns="36000" rIns="216000" bIns="0">
            <a:spAutoFit/>
          </a:bodyPr>
          <a:lstStyle>
            <a:lvl1pPr marL="0" indent="0">
              <a:lnSpc>
                <a:spcPct val="90000"/>
              </a:lnSpc>
              <a:buFontTx/>
              <a:buNone/>
              <a:defRPr sz="3800" b="1" i="0" cap="all" baseline="0">
                <a:latin typeface="Source Sans Pro" panose="020B0503030403020204" pitchFamily="34" charset="0"/>
                <a:ea typeface="Source Sans Pro" panose="020B0503030403020204" pitchFamily="34" charset="0"/>
              </a:defRPr>
            </a:lvl1pPr>
          </a:lstStyle>
          <a:p>
            <a:pPr lvl="0"/>
            <a:r>
              <a:rPr lang="en-US" noProof="0" dirty="0"/>
              <a:t>2ND LINE EDIT OR DELETE</a:t>
            </a:r>
          </a:p>
        </p:txBody>
      </p:sp>
      <p:sp>
        <p:nvSpPr>
          <p:cNvPr id="20" name="Titel 1">
            <a:extLst>
              <a:ext uri="{FF2B5EF4-FFF2-40B4-BE49-F238E27FC236}">
                <a16:creationId xmlns:a16="http://schemas.microsoft.com/office/drawing/2014/main" id="{8369C054-6578-9449-BF86-48944DE7542D}"/>
              </a:ext>
            </a:extLst>
          </p:cNvPr>
          <p:cNvSpPr>
            <a:spLocks noGrp="1"/>
          </p:cNvSpPr>
          <p:nvPr>
            <p:ph type="title" hasCustomPrompt="1"/>
          </p:nvPr>
        </p:nvSpPr>
        <p:spPr>
          <a:xfrm>
            <a:off x="-1" y="2912400"/>
            <a:ext cx="6402472" cy="580825"/>
          </a:xfrm>
          <a:prstGeom prst="rect">
            <a:avLst/>
          </a:prstGeom>
        </p:spPr>
        <p:txBody>
          <a:bodyPr lIns="216000" tIns="36000" rIns="180000" bIns="0">
            <a:spAutoFit/>
          </a:bodyPr>
          <a:lstStyle>
            <a:lvl1pPr>
              <a:defRPr sz="3800" baseline="0"/>
            </a:lvl1pPr>
          </a:lstStyle>
          <a:p>
            <a:r>
              <a:rPr lang="en-US" noProof="0" dirty="0"/>
              <a:t>Edit Master Title format</a:t>
            </a:r>
          </a:p>
        </p:txBody>
      </p:sp>
      <p:sp>
        <p:nvSpPr>
          <p:cNvPr id="22" name="Bildplatzhalter 4">
            <a:extLst>
              <a:ext uri="{FF2B5EF4-FFF2-40B4-BE49-F238E27FC236}">
                <a16:creationId xmlns:a16="http://schemas.microsoft.com/office/drawing/2014/main" id="{D51B25D3-15EE-7741-815D-022401811025}"/>
              </a:ext>
            </a:extLst>
          </p:cNvPr>
          <p:cNvSpPr>
            <a:spLocks noGrp="1"/>
          </p:cNvSpPr>
          <p:nvPr>
            <p:ph type="pic" sz="quarter" idx="25" hasCustomPrompt="1"/>
          </p:nvPr>
        </p:nvSpPr>
        <p:spPr>
          <a:xfrm>
            <a:off x="9347999" y="0"/>
            <a:ext cx="2844000" cy="1371600"/>
          </a:xfrm>
          <a:blipFill>
            <a:blip r:embed="rId2">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noProof="0"/>
              <a:t> </a:t>
            </a:r>
          </a:p>
        </p:txBody>
      </p:sp>
    </p:spTree>
    <p:extLst>
      <p:ext uri="{BB962C8B-B14F-4D97-AF65-F5344CB8AC3E}">
        <p14:creationId xmlns:p14="http://schemas.microsoft.com/office/powerpoint/2010/main" val="28929271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Black | Big">
    <p:bg>
      <p:bgPr>
        <a:solidFill>
          <a:schemeClr val="tx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867E666A-3FE3-DE4E-8157-B8087F1E546F}"/>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platzhalter 14">
            <a:extLst>
              <a:ext uri="{FF2B5EF4-FFF2-40B4-BE49-F238E27FC236}">
                <a16:creationId xmlns:a16="http://schemas.microsoft.com/office/drawing/2014/main" id="{659ECD9D-327B-BD43-AE65-547D4909DB50}"/>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8" name="Textplatzhalter 20">
            <a:extLst>
              <a:ext uri="{FF2B5EF4-FFF2-40B4-BE49-F238E27FC236}">
                <a16:creationId xmlns:a16="http://schemas.microsoft.com/office/drawing/2014/main" id="{36CEB070-DE3D-3E4F-A29A-9605005A0B7A}"/>
              </a:ext>
            </a:extLst>
          </p:cNvPr>
          <p:cNvSpPr>
            <a:spLocks noGrp="1"/>
          </p:cNvSpPr>
          <p:nvPr>
            <p:ph type="body" sz="quarter" idx="12" hasCustomPrompt="1"/>
          </p:nvPr>
        </p:nvSpPr>
        <p:spPr>
          <a:xfrm>
            <a:off x="227013" y="5635438"/>
            <a:ext cx="2450873" cy="300852"/>
          </a:xfrm>
          <a:prstGeom prst="rect">
            <a:avLst/>
          </a:prstGeom>
        </p:spPr>
        <p:txBody>
          <a:bodyPr>
            <a:spAutoFit/>
          </a:bodyPr>
          <a:lstStyle>
            <a:lvl1pPr marL="0" indent="0">
              <a:buNone/>
              <a:defRPr>
                <a:solidFill>
                  <a:schemeClr val="bg1"/>
                </a:solidFill>
              </a:defRPr>
            </a:lvl1pPr>
          </a:lstStyle>
          <a:p>
            <a:pPr lvl="0"/>
            <a:r>
              <a:rPr lang="en-US" noProof="0"/>
              <a:t>Location, edit date</a:t>
            </a:r>
          </a:p>
        </p:txBody>
      </p:sp>
      <p:sp>
        <p:nvSpPr>
          <p:cNvPr id="13" name="Textplatzhalter 5">
            <a:extLst>
              <a:ext uri="{FF2B5EF4-FFF2-40B4-BE49-F238E27FC236}">
                <a16:creationId xmlns:a16="http://schemas.microsoft.com/office/drawing/2014/main" id="{E00A1FA4-66FE-244C-A10B-88520EEE8332}"/>
              </a:ext>
            </a:extLst>
          </p:cNvPr>
          <p:cNvSpPr>
            <a:spLocks noGrp="1"/>
          </p:cNvSpPr>
          <p:nvPr>
            <p:ph type="body" sz="quarter" idx="23" hasCustomPrompt="1"/>
          </p:nvPr>
        </p:nvSpPr>
        <p:spPr>
          <a:xfrm>
            <a:off x="0" y="4102500"/>
            <a:ext cx="8179685" cy="1105678"/>
          </a:xfrm>
          <a:solidFill>
            <a:schemeClr val="accent1"/>
          </a:solidFill>
        </p:spPr>
        <p:txBody>
          <a:bodyPr wrap="none" lIns="216000" tIns="36000" rIns="216000" bIns="36000">
            <a:spAutoFit/>
          </a:bodyPr>
          <a:lstStyle>
            <a:lvl1pPr marL="0" indent="0" fontAlgn="t">
              <a:lnSpc>
                <a:spcPts val="7660"/>
              </a:lnSpc>
              <a:spcAft>
                <a:spcPts val="0"/>
              </a:spcAft>
              <a:buNone/>
              <a:defRPr sz="7600" b="1" i="0" cap="all" spc="20" baseline="0">
                <a:latin typeface="Source Sans Pro" panose="020B0503030403020204" pitchFamily="34" charset="0"/>
                <a:ea typeface="Source Sans Pro" panose="020B0503030403020204" pitchFamily="34" charset="0"/>
              </a:defRPr>
            </a:lvl1pPr>
            <a:lvl2pPr marL="180975" indent="0">
              <a:buNone/>
              <a:defRPr sz="3800" b="1" i="0" cap="all" spc="20" baseline="0">
                <a:latin typeface="Source Sans Pro" panose="020B0503030403020204" pitchFamily="34" charset="0"/>
                <a:ea typeface="Source Sans Pro" panose="020B0503030403020204" pitchFamily="34" charset="0"/>
              </a:defRPr>
            </a:lvl2pPr>
            <a:lvl3pPr marL="361950" indent="0">
              <a:buNone/>
              <a:defRPr sz="3800" b="1" i="0" cap="all" spc="20" baseline="0">
                <a:latin typeface="Source Sans Pro" panose="020B0503030403020204" pitchFamily="34" charset="0"/>
                <a:ea typeface="Source Sans Pro" panose="020B0503030403020204" pitchFamily="34" charset="0"/>
              </a:defRPr>
            </a:lvl3pPr>
            <a:lvl4pPr marL="542925" indent="0">
              <a:buNone/>
              <a:defRPr sz="3800" b="1" i="0" cap="all" spc="20" baseline="0">
                <a:latin typeface="Source Sans Pro" panose="020B0503030403020204" pitchFamily="34" charset="0"/>
                <a:ea typeface="Source Sans Pro" panose="020B0503030403020204" pitchFamily="34" charset="0"/>
              </a:defRPr>
            </a:lvl4pPr>
            <a:lvl5pPr marL="714375" indent="0">
              <a:buNone/>
              <a:defRPr sz="3800" b="1" i="0" cap="all" spc="20" baseline="0">
                <a:latin typeface="Source Sans Pro" panose="020B0503030403020204" pitchFamily="34" charset="0"/>
                <a:ea typeface="Source Sans Pro" panose="020B0503030403020204" pitchFamily="34" charset="0"/>
              </a:defRPr>
            </a:lvl5pPr>
          </a:lstStyle>
          <a:p>
            <a:pPr lvl="0"/>
            <a:r>
              <a:rPr lang="en-US" noProof="0"/>
              <a:t>2nd line editing</a:t>
            </a:r>
          </a:p>
        </p:txBody>
      </p:sp>
      <p:sp>
        <p:nvSpPr>
          <p:cNvPr id="15" name="Textplatzhalter 3">
            <a:extLst>
              <a:ext uri="{FF2B5EF4-FFF2-40B4-BE49-F238E27FC236}">
                <a16:creationId xmlns:a16="http://schemas.microsoft.com/office/drawing/2014/main" id="{C2EF6884-AD3D-F74C-941C-7D5ECFCBE87E}"/>
              </a:ext>
            </a:extLst>
          </p:cNvPr>
          <p:cNvSpPr>
            <a:spLocks noGrp="1"/>
          </p:cNvSpPr>
          <p:nvPr>
            <p:ph type="body" sz="quarter" idx="24" hasCustomPrompt="1"/>
          </p:nvPr>
        </p:nvSpPr>
        <p:spPr>
          <a:xfrm>
            <a:off x="0" y="2563541"/>
            <a:ext cx="2033451" cy="265260"/>
          </a:xfrm>
          <a:solidFill>
            <a:schemeClr val="bg1"/>
          </a:solidFill>
        </p:spPr>
        <p:txBody>
          <a:bodyPr wrap="none" lIns="216000" tIns="18000" rIns="2160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16" name="Titel 1">
            <a:extLst>
              <a:ext uri="{FF2B5EF4-FFF2-40B4-BE49-F238E27FC236}">
                <a16:creationId xmlns:a16="http://schemas.microsoft.com/office/drawing/2014/main" id="{C757927B-344A-294B-995C-138A9EB26342}"/>
              </a:ext>
            </a:extLst>
          </p:cNvPr>
          <p:cNvSpPr>
            <a:spLocks noGrp="1"/>
          </p:cNvSpPr>
          <p:nvPr>
            <p:ph type="ctrTitle" hasCustomPrompt="1"/>
          </p:nvPr>
        </p:nvSpPr>
        <p:spPr>
          <a:xfrm>
            <a:off x="0" y="2912400"/>
            <a:ext cx="5548837" cy="1105678"/>
          </a:xfrm>
          <a:prstGeom prst="rect">
            <a:avLst/>
          </a:prstGeom>
          <a:solidFill>
            <a:schemeClr val="accent1"/>
          </a:solidFill>
        </p:spPr>
        <p:txBody>
          <a:bodyPr wrap="none" lIns="216000" tIns="36000" rIns="216000" bIns="36000" anchor="t" anchorCtr="0">
            <a:spAutoFit/>
          </a:bodyPr>
          <a:lstStyle>
            <a:lvl1pPr algn="l" fontAlgn="t">
              <a:lnSpc>
                <a:spcPts val="7660"/>
              </a:lnSpc>
              <a:defRPr sz="7600" baseline="0"/>
            </a:lvl1pPr>
          </a:lstStyle>
          <a:p>
            <a:r>
              <a:rPr lang="en-US" noProof="0"/>
              <a:t>Edit titles</a:t>
            </a:r>
          </a:p>
        </p:txBody>
      </p:sp>
      <p:sp>
        <p:nvSpPr>
          <p:cNvPr id="5" name="Bildplatzhalter 4">
            <a:extLst>
              <a:ext uri="{FF2B5EF4-FFF2-40B4-BE49-F238E27FC236}">
                <a16:creationId xmlns:a16="http://schemas.microsoft.com/office/drawing/2014/main" id="{444D6EAA-F535-62E4-23E9-4D2D920E4836}"/>
              </a:ext>
            </a:extLst>
          </p:cNvPr>
          <p:cNvSpPr txBox="1">
            <a:spLocks/>
          </p:cNvSpPr>
          <p:nvPr userDrawn="1"/>
        </p:nvSpPr>
        <p:spPr>
          <a:xfrm>
            <a:off x="9348000" y="0"/>
            <a:ext cx="2844000" cy="1371600"/>
          </a:xfrm>
          <a:prstGeom prst="rect">
            <a:avLst/>
          </a:prstGeom>
          <a:blipFill>
            <a:blip r:embed="rId2">
              <a:extLst>
                <a:ext uri="{28A0092B-C50C-407E-A947-70E740481C1C}">
                  <a14:useLocalDpi xmlns:a14="http://schemas.microsoft.com/office/drawing/2010/main" val="0"/>
                </a:ext>
              </a:extLst>
            </a:blip>
            <a:stretch>
              <a:fillRect/>
            </a:stretch>
          </a:blipFill>
        </p:spPr>
        <p:txBody>
          <a:bodyPr vert="horz" lIns="0" tIns="0" rIns="0" bIns="0" rtlCol="0" anchor="t">
            <a:noAutofit/>
          </a:bodyPr>
          <a:lstStyle>
            <a:lvl1pPr marL="0" indent="0" algn="l" defTabSz="914400" rtl="0" eaLnBrk="1" latinLnBrk="0" hangingPunct="1">
              <a:lnSpc>
                <a:spcPct val="120000"/>
              </a:lnSpc>
              <a:spcBef>
                <a:spcPts val="0"/>
              </a:spcBef>
              <a:spcAft>
                <a:spcPts val="400"/>
              </a:spcAft>
              <a:buClr>
                <a:schemeClr val="accent5"/>
              </a:buClr>
              <a:buSzPct val="120000"/>
              <a:buFont typeface="Symbol" pitchFamily="2" charset="2"/>
              <a:buNone/>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t> </a:t>
            </a:r>
          </a:p>
        </p:txBody>
      </p:sp>
    </p:spTree>
    <p:extLst>
      <p:ext uri="{BB962C8B-B14F-4D97-AF65-F5344CB8AC3E}">
        <p14:creationId xmlns:p14="http://schemas.microsoft.com/office/powerpoint/2010/main" val="1368353701"/>
      </p:ext>
    </p:extLst>
  </p:cSld>
  <p:clrMapOvr>
    <a:masterClrMapping/>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Black | Middle">
    <p:bg>
      <p:bgPr>
        <a:solidFill>
          <a:schemeClr val="tx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867E666A-3FE3-DE4E-8157-B8087F1E546F}"/>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platzhalter 14">
            <a:extLst>
              <a:ext uri="{FF2B5EF4-FFF2-40B4-BE49-F238E27FC236}">
                <a16:creationId xmlns:a16="http://schemas.microsoft.com/office/drawing/2014/main" id="{659ECD9D-327B-BD43-AE65-547D4909DB50}"/>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0" name="Textplatzhalter 20">
            <a:extLst>
              <a:ext uri="{FF2B5EF4-FFF2-40B4-BE49-F238E27FC236}">
                <a16:creationId xmlns:a16="http://schemas.microsoft.com/office/drawing/2014/main" id="{D970D210-6820-224B-BD39-93DB75A7E80A}"/>
              </a:ext>
            </a:extLst>
          </p:cNvPr>
          <p:cNvSpPr>
            <a:spLocks noGrp="1"/>
          </p:cNvSpPr>
          <p:nvPr>
            <p:ph type="body" sz="quarter" idx="20" hasCustomPrompt="1"/>
          </p:nvPr>
        </p:nvSpPr>
        <p:spPr>
          <a:xfrm>
            <a:off x="227013" y="4982400"/>
            <a:ext cx="2450873" cy="292259"/>
          </a:xfrm>
        </p:spPr>
        <p:txBody>
          <a:bodyPr>
            <a:spAutoFit/>
          </a:bodyPr>
          <a:lstStyle>
            <a:lvl1pPr marL="0" indent="0">
              <a:buNone/>
              <a:defRPr>
                <a:solidFill>
                  <a:schemeClr val="bg1"/>
                </a:solidFill>
              </a:defRPr>
            </a:lvl1pPr>
          </a:lstStyle>
          <a:p>
            <a:pPr lvl="0"/>
            <a:r>
              <a:rPr lang="en-US" noProof="0"/>
              <a:t>Location, edit date</a:t>
            </a:r>
          </a:p>
        </p:txBody>
      </p:sp>
      <p:sp>
        <p:nvSpPr>
          <p:cNvPr id="13" name="Textplatzhalter 3">
            <a:extLst>
              <a:ext uri="{FF2B5EF4-FFF2-40B4-BE49-F238E27FC236}">
                <a16:creationId xmlns:a16="http://schemas.microsoft.com/office/drawing/2014/main" id="{884E8178-9FBD-3943-AC95-84511816EA3F}"/>
              </a:ext>
            </a:extLst>
          </p:cNvPr>
          <p:cNvSpPr>
            <a:spLocks noGrp="1"/>
          </p:cNvSpPr>
          <p:nvPr>
            <p:ph type="body" sz="quarter" idx="21" hasCustomPrompt="1"/>
          </p:nvPr>
        </p:nvSpPr>
        <p:spPr>
          <a:xfrm>
            <a:off x="0" y="2563541"/>
            <a:ext cx="2033451" cy="265260"/>
          </a:xfrm>
          <a:solidFill>
            <a:schemeClr val="bg1"/>
          </a:solidFill>
          <a:ln>
            <a:noFill/>
          </a:ln>
        </p:spPr>
        <p:txBody>
          <a:bodyPr wrap="none" lIns="216000" tIns="18000" rIns="2160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15" name="Titel 1">
            <a:extLst>
              <a:ext uri="{FF2B5EF4-FFF2-40B4-BE49-F238E27FC236}">
                <a16:creationId xmlns:a16="http://schemas.microsoft.com/office/drawing/2014/main" id="{0573AEA5-174F-674D-BD94-6130090DB69E}"/>
              </a:ext>
            </a:extLst>
          </p:cNvPr>
          <p:cNvSpPr>
            <a:spLocks noGrp="1"/>
          </p:cNvSpPr>
          <p:nvPr>
            <p:ph type="title" hasCustomPrompt="1"/>
          </p:nvPr>
        </p:nvSpPr>
        <p:spPr>
          <a:xfrm>
            <a:off x="-1" y="2912400"/>
            <a:ext cx="7376013" cy="802424"/>
          </a:xfrm>
          <a:prstGeom prst="rect">
            <a:avLst/>
          </a:prstGeom>
        </p:spPr>
        <p:txBody>
          <a:bodyPr lIns="180000" tIns="36000" rIns="180000" bIns="0">
            <a:spAutoFit/>
          </a:bodyPr>
          <a:lstStyle>
            <a:lvl1pPr marL="0" marR="0" indent="0" algn="l" defTabSz="914400" rtl="0" eaLnBrk="1" fontAlgn="auto" latinLnBrk="0" hangingPunct="1">
              <a:lnSpc>
                <a:spcPct val="90000"/>
              </a:lnSpc>
              <a:spcBef>
                <a:spcPct val="0"/>
              </a:spcBef>
              <a:spcAft>
                <a:spcPts val="0"/>
              </a:spcAft>
              <a:buClrTx/>
              <a:buSzTx/>
              <a:buFontTx/>
              <a:buNone/>
              <a:tabLst/>
              <a:defRPr sz="5400" baseline="0"/>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noProof="0" dirty="0"/>
              <a:t>Master title format</a:t>
            </a:r>
          </a:p>
        </p:txBody>
      </p:sp>
      <p:sp>
        <p:nvSpPr>
          <p:cNvPr id="16" name="Textplatzhalter 5">
            <a:extLst>
              <a:ext uri="{FF2B5EF4-FFF2-40B4-BE49-F238E27FC236}">
                <a16:creationId xmlns:a16="http://schemas.microsoft.com/office/drawing/2014/main" id="{9F095C5E-01DA-6747-A874-A0F06F668FCE}"/>
              </a:ext>
            </a:extLst>
          </p:cNvPr>
          <p:cNvSpPr>
            <a:spLocks noGrp="1"/>
          </p:cNvSpPr>
          <p:nvPr>
            <p:ph type="body" sz="quarter" idx="25" hasCustomPrompt="1"/>
          </p:nvPr>
        </p:nvSpPr>
        <p:spPr>
          <a:xfrm>
            <a:off x="799" y="3796733"/>
            <a:ext cx="9047550" cy="802424"/>
          </a:xfrm>
          <a:solidFill>
            <a:schemeClr val="accent1"/>
          </a:solidFill>
        </p:spPr>
        <p:txBody>
          <a:bodyPr wrap="none" lIns="216000" tIns="36000" rIns="216000" bIns="0">
            <a:spAutoFit/>
          </a:bodyPr>
          <a:lstStyle>
            <a:lvl1pPr marL="0" indent="0">
              <a:lnSpc>
                <a:spcPct val="90000"/>
              </a:lnSpc>
              <a:buFontTx/>
              <a:buNone/>
              <a:defRPr sz="5400" b="1" i="0" cap="all" baseline="0">
                <a:latin typeface="Source Sans Pro" panose="020B0503030403020204" pitchFamily="34" charset="0"/>
                <a:ea typeface="Source Sans Pro" panose="020B0503030403020204" pitchFamily="34" charset="0"/>
              </a:defRPr>
            </a:lvl1pPr>
          </a:lstStyle>
          <a:p>
            <a:r>
              <a:rPr lang="en-US" noProof="0" dirty="0"/>
              <a:t>Edit master title format</a:t>
            </a:r>
          </a:p>
        </p:txBody>
      </p:sp>
      <p:sp>
        <p:nvSpPr>
          <p:cNvPr id="5" name="Bildplatzhalter 4">
            <a:extLst>
              <a:ext uri="{FF2B5EF4-FFF2-40B4-BE49-F238E27FC236}">
                <a16:creationId xmlns:a16="http://schemas.microsoft.com/office/drawing/2014/main" id="{7AD631D7-FA0D-CACE-1165-3A014318100B}"/>
              </a:ext>
            </a:extLst>
          </p:cNvPr>
          <p:cNvSpPr txBox="1">
            <a:spLocks/>
          </p:cNvSpPr>
          <p:nvPr userDrawn="1"/>
        </p:nvSpPr>
        <p:spPr>
          <a:xfrm>
            <a:off x="9348000" y="0"/>
            <a:ext cx="2844000" cy="1371600"/>
          </a:xfrm>
          <a:prstGeom prst="rect">
            <a:avLst/>
          </a:prstGeom>
          <a:blipFill>
            <a:blip r:embed="rId2">
              <a:extLst>
                <a:ext uri="{28A0092B-C50C-407E-A947-70E740481C1C}">
                  <a14:useLocalDpi xmlns:a14="http://schemas.microsoft.com/office/drawing/2010/main" val="0"/>
                </a:ext>
              </a:extLst>
            </a:blip>
            <a:stretch>
              <a:fillRect/>
            </a:stretch>
          </a:blipFill>
        </p:spPr>
        <p:txBody>
          <a:bodyPr vert="horz" lIns="0" tIns="0" rIns="0" bIns="0" rtlCol="0" anchor="t">
            <a:noAutofit/>
          </a:bodyPr>
          <a:lstStyle>
            <a:lvl1pPr marL="0" indent="0" algn="l" defTabSz="914400" rtl="0" eaLnBrk="1" latinLnBrk="0" hangingPunct="1">
              <a:lnSpc>
                <a:spcPct val="120000"/>
              </a:lnSpc>
              <a:spcBef>
                <a:spcPts val="0"/>
              </a:spcBef>
              <a:spcAft>
                <a:spcPts val="400"/>
              </a:spcAft>
              <a:buClr>
                <a:schemeClr val="accent5"/>
              </a:buClr>
              <a:buSzPct val="120000"/>
              <a:buFont typeface="Symbol" pitchFamily="2" charset="2"/>
              <a:buNone/>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t> </a:t>
            </a:r>
          </a:p>
        </p:txBody>
      </p:sp>
    </p:spTree>
    <p:extLst>
      <p:ext uri="{BB962C8B-B14F-4D97-AF65-F5344CB8AC3E}">
        <p14:creationId xmlns:p14="http://schemas.microsoft.com/office/powerpoint/2010/main" val="4284035829"/>
      </p:ext>
    </p:extLst>
  </p:cSld>
  <p:clrMapOvr>
    <a:masterClrMapping/>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Black | Small">
    <p:bg>
      <p:bgPr>
        <a:solidFill>
          <a:schemeClr val="tx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867E666A-3FE3-DE4E-8157-B8087F1E546F}"/>
              </a:ext>
            </a:extLst>
          </p:cNvPr>
          <p:cNvSpPr/>
          <p:nvPr userDrawn="1"/>
        </p:nvSpPr>
        <p:spPr>
          <a:xfrm rot="-240000">
            <a:off x="3013536" y="1752270"/>
            <a:ext cx="9820800" cy="6058799"/>
          </a:xfrm>
          <a:prstGeom prst="rect">
            <a:avLst/>
          </a:prstGeom>
          <a:noFill/>
          <a:ln w="139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platzhalter 14">
            <a:extLst>
              <a:ext uri="{FF2B5EF4-FFF2-40B4-BE49-F238E27FC236}">
                <a16:creationId xmlns:a16="http://schemas.microsoft.com/office/drawing/2014/main" id="{659ECD9D-327B-BD43-AE65-547D4909DB50}"/>
              </a:ext>
            </a:extLst>
          </p:cNvPr>
          <p:cNvSpPr>
            <a:spLocks noGrp="1" noChangeAspect="1"/>
          </p:cNvSpPr>
          <p:nvPr>
            <p:ph type="body" sz="quarter" idx="19" hasCustomPrompt="1"/>
          </p:nvPr>
        </p:nvSpPr>
        <p:spPr>
          <a:xfrm rot="-240000">
            <a:off x="2720190" y="1533600"/>
            <a:ext cx="2608038" cy="416579"/>
          </a:xfrm>
          <a:custGeom>
            <a:avLst/>
            <a:gdLst>
              <a:gd name="connsiteX0" fmla="*/ 0 w 10493375"/>
              <a:gd name="connsiteY0" fmla="*/ 278347 h 1670050"/>
              <a:gd name="connsiteX1" fmla="*/ 278347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3375"/>
              <a:gd name="connsiteY0" fmla="*/ 278347 h 1670050"/>
              <a:gd name="connsiteX1" fmla="*/ 421222 w 10493375"/>
              <a:gd name="connsiteY1" fmla="*/ 0 h 1670050"/>
              <a:gd name="connsiteX2" fmla="*/ 10215028 w 10493375"/>
              <a:gd name="connsiteY2" fmla="*/ 0 h 1670050"/>
              <a:gd name="connsiteX3" fmla="*/ 10493375 w 10493375"/>
              <a:gd name="connsiteY3" fmla="*/ 278347 h 1670050"/>
              <a:gd name="connsiteX4" fmla="*/ 10493375 w 10493375"/>
              <a:gd name="connsiteY4" fmla="*/ 1391703 h 1670050"/>
              <a:gd name="connsiteX5" fmla="*/ 10215028 w 10493375"/>
              <a:gd name="connsiteY5" fmla="*/ 1670050 h 1670050"/>
              <a:gd name="connsiteX6" fmla="*/ 278347 w 10493375"/>
              <a:gd name="connsiteY6" fmla="*/ 1670050 h 1670050"/>
              <a:gd name="connsiteX7" fmla="*/ 0 w 10493375"/>
              <a:gd name="connsiteY7" fmla="*/ 1391703 h 1670050"/>
              <a:gd name="connsiteX8" fmla="*/ 0 w 10493375"/>
              <a:gd name="connsiteY8" fmla="*/ 278347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0 w 10496550"/>
              <a:gd name="connsiteY0" fmla="*/ 383122 h 1670050"/>
              <a:gd name="connsiteX1" fmla="*/ 424397 w 10496550"/>
              <a:gd name="connsiteY1" fmla="*/ 0 h 1670050"/>
              <a:gd name="connsiteX2" fmla="*/ 10218203 w 10496550"/>
              <a:gd name="connsiteY2" fmla="*/ 0 h 1670050"/>
              <a:gd name="connsiteX3" fmla="*/ 10496550 w 10496550"/>
              <a:gd name="connsiteY3" fmla="*/ 278347 h 1670050"/>
              <a:gd name="connsiteX4" fmla="*/ 10496550 w 10496550"/>
              <a:gd name="connsiteY4" fmla="*/ 1391703 h 1670050"/>
              <a:gd name="connsiteX5" fmla="*/ 10218203 w 10496550"/>
              <a:gd name="connsiteY5" fmla="*/ 1670050 h 1670050"/>
              <a:gd name="connsiteX6" fmla="*/ 281522 w 10496550"/>
              <a:gd name="connsiteY6" fmla="*/ 1670050 h 1670050"/>
              <a:gd name="connsiteX7" fmla="*/ 3175 w 10496550"/>
              <a:gd name="connsiteY7" fmla="*/ 1391703 h 1670050"/>
              <a:gd name="connsiteX8" fmla="*/ 0 w 10496550"/>
              <a:gd name="connsiteY8" fmla="*/ 383122 h 1670050"/>
              <a:gd name="connsiteX0" fmla="*/ 193680 w 10493380"/>
              <a:gd name="connsiteY0" fmla="*/ 411697 h 1670050"/>
              <a:gd name="connsiteX1" fmla="*/ 421227 w 10493380"/>
              <a:gd name="connsiteY1" fmla="*/ 0 h 1670050"/>
              <a:gd name="connsiteX2" fmla="*/ 10215033 w 10493380"/>
              <a:gd name="connsiteY2" fmla="*/ 0 h 1670050"/>
              <a:gd name="connsiteX3" fmla="*/ 10493380 w 10493380"/>
              <a:gd name="connsiteY3" fmla="*/ 278347 h 1670050"/>
              <a:gd name="connsiteX4" fmla="*/ 10493380 w 10493380"/>
              <a:gd name="connsiteY4" fmla="*/ 1391703 h 1670050"/>
              <a:gd name="connsiteX5" fmla="*/ 10215033 w 10493380"/>
              <a:gd name="connsiteY5" fmla="*/ 1670050 h 1670050"/>
              <a:gd name="connsiteX6" fmla="*/ 278352 w 10493380"/>
              <a:gd name="connsiteY6" fmla="*/ 1670050 h 1670050"/>
              <a:gd name="connsiteX7" fmla="*/ 5 w 10493380"/>
              <a:gd name="connsiteY7" fmla="*/ 1391703 h 1670050"/>
              <a:gd name="connsiteX8" fmla="*/ 193680 w 10493380"/>
              <a:gd name="connsiteY8" fmla="*/ 411697 h 1670050"/>
              <a:gd name="connsiteX0" fmla="*/ 6441 w 10493466"/>
              <a:gd name="connsiteY0" fmla="*/ 392647 h 1670050"/>
              <a:gd name="connsiteX1" fmla="*/ 421313 w 10493466"/>
              <a:gd name="connsiteY1" fmla="*/ 0 h 1670050"/>
              <a:gd name="connsiteX2" fmla="*/ 10215119 w 10493466"/>
              <a:gd name="connsiteY2" fmla="*/ 0 h 1670050"/>
              <a:gd name="connsiteX3" fmla="*/ 10493466 w 10493466"/>
              <a:gd name="connsiteY3" fmla="*/ 278347 h 1670050"/>
              <a:gd name="connsiteX4" fmla="*/ 10493466 w 10493466"/>
              <a:gd name="connsiteY4" fmla="*/ 1391703 h 1670050"/>
              <a:gd name="connsiteX5" fmla="*/ 10215119 w 10493466"/>
              <a:gd name="connsiteY5" fmla="*/ 1670050 h 1670050"/>
              <a:gd name="connsiteX6" fmla="*/ 278438 w 10493466"/>
              <a:gd name="connsiteY6" fmla="*/ 1670050 h 1670050"/>
              <a:gd name="connsiteX7" fmla="*/ 91 w 10493466"/>
              <a:gd name="connsiteY7" fmla="*/ 1391703 h 1670050"/>
              <a:gd name="connsiteX8" fmla="*/ 6441 w 10493466"/>
              <a:gd name="connsiteY8" fmla="*/ 392647 h 1670050"/>
              <a:gd name="connsiteX0" fmla="*/ 305 w 10493680"/>
              <a:gd name="connsiteY0" fmla="*/ 398997 h 1670050"/>
              <a:gd name="connsiteX1" fmla="*/ 421527 w 10493680"/>
              <a:gd name="connsiteY1" fmla="*/ 0 h 1670050"/>
              <a:gd name="connsiteX2" fmla="*/ 10215333 w 10493680"/>
              <a:gd name="connsiteY2" fmla="*/ 0 h 1670050"/>
              <a:gd name="connsiteX3" fmla="*/ 10493680 w 10493680"/>
              <a:gd name="connsiteY3" fmla="*/ 278347 h 1670050"/>
              <a:gd name="connsiteX4" fmla="*/ 10493680 w 10493680"/>
              <a:gd name="connsiteY4" fmla="*/ 1391703 h 1670050"/>
              <a:gd name="connsiteX5" fmla="*/ 10215333 w 10493680"/>
              <a:gd name="connsiteY5" fmla="*/ 1670050 h 1670050"/>
              <a:gd name="connsiteX6" fmla="*/ 278652 w 10493680"/>
              <a:gd name="connsiteY6" fmla="*/ 1670050 h 1670050"/>
              <a:gd name="connsiteX7" fmla="*/ 305 w 10493680"/>
              <a:gd name="connsiteY7" fmla="*/ 1391703 h 1670050"/>
              <a:gd name="connsiteX8" fmla="*/ 305 w 10493680"/>
              <a:gd name="connsiteY8" fmla="*/ 398997 h 1670050"/>
              <a:gd name="connsiteX0" fmla="*/ 0 w 10493375"/>
              <a:gd name="connsiteY0" fmla="*/ 398997 h 1741521"/>
              <a:gd name="connsiteX1" fmla="*/ 421222 w 10493375"/>
              <a:gd name="connsiteY1" fmla="*/ 0 h 1741521"/>
              <a:gd name="connsiteX2" fmla="*/ 10215028 w 10493375"/>
              <a:gd name="connsiteY2" fmla="*/ 0 h 1741521"/>
              <a:gd name="connsiteX3" fmla="*/ 10493375 w 10493375"/>
              <a:gd name="connsiteY3" fmla="*/ 278347 h 1741521"/>
              <a:gd name="connsiteX4" fmla="*/ 10493375 w 10493375"/>
              <a:gd name="connsiteY4" fmla="*/ 1391703 h 1741521"/>
              <a:gd name="connsiteX5" fmla="*/ 10215028 w 10493375"/>
              <a:gd name="connsiteY5" fmla="*/ 1670050 h 1741521"/>
              <a:gd name="connsiteX6" fmla="*/ 278347 w 10493375"/>
              <a:gd name="connsiteY6" fmla="*/ 1670050 h 1741521"/>
              <a:gd name="connsiteX7" fmla="*/ 3175 w 10493375"/>
              <a:gd name="connsiteY7" fmla="*/ 1674278 h 1741521"/>
              <a:gd name="connsiteX8" fmla="*/ 0 w 10493375"/>
              <a:gd name="connsiteY8" fmla="*/ 398997 h 1741521"/>
              <a:gd name="connsiteX0" fmla="*/ 0 w 10493375"/>
              <a:gd name="connsiteY0" fmla="*/ 398997 h 1674482"/>
              <a:gd name="connsiteX1" fmla="*/ 421222 w 10493375"/>
              <a:gd name="connsiteY1" fmla="*/ 0 h 1674482"/>
              <a:gd name="connsiteX2" fmla="*/ 10215028 w 10493375"/>
              <a:gd name="connsiteY2" fmla="*/ 0 h 1674482"/>
              <a:gd name="connsiteX3" fmla="*/ 10493375 w 10493375"/>
              <a:gd name="connsiteY3" fmla="*/ 278347 h 1674482"/>
              <a:gd name="connsiteX4" fmla="*/ 10493375 w 10493375"/>
              <a:gd name="connsiteY4" fmla="*/ 1391703 h 1674482"/>
              <a:gd name="connsiteX5" fmla="*/ 10215028 w 10493375"/>
              <a:gd name="connsiteY5" fmla="*/ 1670050 h 1674482"/>
              <a:gd name="connsiteX6" fmla="*/ 278347 w 10493375"/>
              <a:gd name="connsiteY6" fmla="*/ 1670050 h 1674482"/>
              <a:gd name="connsiteX7" fmla="*/ 3175 w 10493375"/>
              <a:gd name="connsiteY7" fmla="*/ 1674278 h 1674482"/>
              <a:gd name="connsiteX8" fmla="*/ 0 w 10493375"/>
              <a:gd name="connsiteY8" fmla="*/ 398997 h 1674482"/>
              <a:gd name="connsiteX0" fmla="*/ 0 w 10493375"/>
              <a:gd name="connsiteY0" fmla="*/ 398997 h 1671103"/>
              <a:gd name="connsiteX1" fmla="*/ 421222 w 10493375"/>
              <a:gd name="connsiteY1" fmla="*/ 0 h 1671103"/>
              <a:gd name="connsiteX2" fmla="*/ 102150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10493375 w 10493375"/>
              <a:gd name="connsiteY3" fmla="*/ 2783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398997 h 1671103"/>
              <a:gd name="connsiteX1" fmla="*/ 421222 w 10493375"/>
              <a:gd name="connsiteY1" fmla="*/ 0 h 1671103"/>
              <a:gd name="connsiteX2" fmla="*/ 8906928 w 10493375"/>
              <a:gd name="connsiteY2" fmla="*/ 0 h 1671103"/>
              <a:gd name="connsiteX3" fmla="*/ 9531350 w 10493375"/>
              <a:gd name="connsiteY3" fmla="*/ 252947 h 1671103"/>
              <a:gd name="connsiteX4" fmla="*/ 10493375 w 10493375"/>
              <a:gd name="connsiteY4" fmla="*/ 1391703 h 1671103"/>
              <a:gd name="connsiteX5" fmla="*/ 10215028 w 10493375"/>
              <a:gd name="connsiteY5" fmla="*/ 1670050 h 1671103"/>
              <a:gd name="connsiteX6" fmla="*/ 278347 w 10493375"/>
              <a:gd name="connsiteY6" fmla="*/ 1670050 h 1671103"/>
              <a:gd name="connsiteX7" fmla="*/ 3175 w 10493375"/>
              <a:gd name="connsiteY7" fmla="*/ 1671103 h 1671103"/>
              <a:gd name="connsiteX8" fmla="*/ 0 w 10493375"/>
              <a:gd name="connsiteY8" fmla="*/ 398997 h 1671103"/>
              <a:gd name="connsiteX0" fmla="*/ 0 w 10493375"/>
              <a:gd name="connsiteY0" fmla="*/ 402532 h 1674638"/>
              <a:gd name="connsiteX1" fmla="*/ 421222 w 10493375"/>
              <a:gd name="connsiteY1" fmla="*/ 3535 h 1674638"/>
              <a:gd name="connsiteX2" fmla="*/ 8906928 w 10493375"/>
              <a:gd name="connsiteY2" fmla="*/ 3535 h 1674638"/>
              <a:gd name="connsiteX3" fmla="*/ 9531350 w 10493375"/>
              <a:gd name="connsiteY3" fmla="*/ 256482 h 1674638"/>
              <a:gd name="connsiteX4" fmla="*/ 10493375 w 10493375"/>
              <a:gd name="connsiteY4" fmla="*/ 1395238 h 1674638"/>
              <a:gd name="connsiteX5" fmla="*/ 10215028 w 10493375"/>
              <a:gd name="connsiteY5" fmla="*/ 1673585 h 1674638"/>
              <a:gd name="connsiteX6" fmla="*/ 278347 w 10493375"/>
              <a:gd name="connsiteY6" fmla="*/ 1673585 h 1674638"/>
              <a:gd name="connsiteX7" fmla="*/ 3175 w 10493375"/>
              <a:gd name="connsiteY7" fmla="*/ 1674638 h 1674638"/>
              <a:gd name="connsiteX8" fmla="*/ 0 w 10493375"/>
              <a:gd name="connsiteY8" fmla="*/ 402532 h 1674638"/>
              <a:gd name="connsiteX0" fmla="*/ 0 w 10493375"/>
              <a:gd name="connsiteY0" fmla="*/ 401185 h 1673291"/>
              <a:gd name="connsiteX1" fmla="*/ 421222 w 10493375"/>
              <a:gd name="connsiteY1" fmla="*/ 2188 h 1673291"/>
              <a:gd name="connsiteX2" fmla="*/ 8906928 w 10493375"/>
              <a:gd name="connsiteY2" fmla="*/ 2188 h 1673291"/>
              <a:gd name="connsiteX3" fmla="*/ 9531350 w 10493375"/>
              <a:gd name="connsiteY3" fmla="*/ 255135 h 1673291"/>
              <a:gd name="connsiteX4" fmla="*/ 10493375 w 10493375"/>
              <a:gd name="connsiteY4" fmla="*/ 1393891 h 1673291"/>
              <a:gd name="connsiteX5" fmla="*/ 10215028 w 10493375"/>
              <a:gd name="connsiteY5" fmla="*/ 1672238 h 1673291"/>
              <a:gd name="connsiteX6" fmla="*/ 278347 w 10493375"/>
              <a:gd name="connsiteY6" fmla="*/ 1672238 h 1673291"/>
              <a:gd name="connsiteX7" fmla="*/ 3175 w 10493375"/>
              <a:gd name="connsiteY7" fmla="*/ 1673291 h 1673291"/>
              <a:gd name="connsiteX8" fmla="*/ 0 w 10493375"/>
              <a:gd name="connsiteY8" fmla="*/ 401185 h 1673291"/>
              <a:gd name="connsiteX0" fmla="*/ 0 w 10262467"/>
              <a:gd name="connsiteY0" fmla="*/ 401185 h 1673291"/>
              <a:gd name="connsiteX1" fmla="*/ 421222 w 10262467"/>
              <a:gd name="connsiteY1" fmla="*/ 2188 h 1673291"/>
              <a:gd name="connsiteX2" fmla="*/ 8906928 w 10262467"/>
              <a:gd name="connsiteY2" fmla="*/ 2188 h 1673291"/>
              <a:gd name="connsiteX3" fmla="*/ 9531350 w 10262467"/>
              <a:gd name="connsiteY3" fmla="*/ 255135 h 1673291"/>
              <a:gd name="connsiteX4" fmla="*/ 10099675 w 10262467"/>
              <a:gd name="connsiteY4" fmla="*/ 1368491 h 1673291"/>
              <a:gd name="connsiteX5" fmla="*/ 10215028 w 10262467"/>
              <a:gd name="connsiteY5" fmla="*/ 1672238 h 1673291"/>
              <a:gd name="connsiteX6" fmla="*/ 278347 w 10262467"/>
              <a:gd name="connsiteY6" fmla="*/ 1672238 h 1673291"/>
              <a:gd name="connsiteX7" fmla="*/ 3175 w 10262467"/>
              <a:gd name="connsiteY7" fmla="*/ 1673291 h 1673291"/>
              <a:gd name="connsiteX8" fmla="*/ 0 w 10262467"/>
              <a:gd name="connsiteY8" fmla="*/ 401185 h 1673291"/>
              <a:gd name="connsiteX0" fmla="*/ 0 w 10509448"/>
              <a:gd name="connsiteY0" fmla="*/ 401185 h 1675413"/>
              <a:gd name="connsiteX1" fmla="*/ 421222 w 10509448"/>
              <a:gd name="connsiteY1" fmla="*/ 2188 h 1675413"/>
              <a:gd name="connsiteX2" fmla="*/ 8906928 w 10509448"/>
              <a:gd name="connsiteY2" fmla="*/ 2188 h 1675413"/>
              <a:gd name="connsiteX3" fmla="*/ 9531350 w 10509448"/>
              <a:gd name="connsiteY3" fmla="*/ 255135 h 1675413"/>
              <a:gd name="connsiteX4" fmla="*/ 10099675 w 10509448"/>
              <a:gd name="connsiteY4" fmla="*/ 1368491 h 1675413"/>
              <a:gd name="connsiteX5" fmla="*/ 10481728 w 10509448"/>
              <a:gd name="connsiteY5" fmla="*/ 1675413 h 1675413"/>
              <a:gd name="connsiteX6" fmla="*/ 278347 w 10509448"/>
              <a:gd name="connsiteY6" fmla="*/ 1672238 h 1675413"/>
              <a:gd name="connsiteX7" fmla="*/ 3175 w 10509448"/>
              <a:gd name="connsiteY7" fmla="*/ 1673291 h 1675413"/>
              <a:gd name="connsiteX8" fmla="*/ 0 w 1050944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185 h 1675413"/>
              <a:gd name="connsiteX1" fmla="*/ 421222 w 10481728"/>
              <a:gd name="connsiteY1" fmla="*/ 2188 h 1675413"/>
              <a:gd name="connsiteX2" fmla="*/ 8906928 w 10481728"/>
              <a:gd name="connsiteY2" fmla="*/ 2188 h 1675413"/>
              <a:gd name="connsiteX3" fmla="*/ 9531350 w 10481728"/>
              <a:gd name="connsiteY3" fmla="*/ 255135 h 1675413"/>
              <a:gd name="connsiteX4" fmla="*/ 10099675 w 10481728"/>
              <a:gd name="connsiteY4" fmla="*/ 1368491 h 1675413"/>
              <a:gd name="connsiteX5" fmla="*/ 10481728 w 10481728"/>
              <a:gd name="connsiteY5" fmla="*/ 1675413 h 1675413"/>
              <a:gd name="connsiteX6" fmla="*/ 278347 w 10481728"/>
              <a:gd name="connsiteY6" fmla="*/ 1672238 h 1675413"/>
              <a:gd name="connsiteX7" fmla="*/ 3175 w 10481728"/>
              <a:gd name="connsiteY7" fmla="*/ 1673291 h 1675413"/>
              <a:gd name="connsiteX8" fmla="*/ 0 w 10481728"/>
              <a:gd name="connsiteY8" fmla="*/ 401185 h 1675413"/>
              <a:gd name="connsiteX0" fmla="*/ 0 w 10481728"/>
              <a:gd name="connsiteY0" fmla="*/ 401711 h 1675939"/>
              <a:gd name="connsiteX1" fmla="*/ 421222 w 10481728"/>
              <a:gd name="connsiteY1" fmla="*/ 2714 h 1675939"/>
              <a:gd name="connsiteX2" fmla="*/ 8906928 w 10481728"/>
              <a:gd name="connsiteY2" fmla="*/ 2714 h 1675939"/>
              <a:gd name="connsiteX3" fmla="*/ 9531350 w 10481728"/>
              <a:gd name="connsiteY3" fmla="*/ 252486 h 1675939"/>
              <a:gd name="connsiteX4" fmla="*/ 10099675 w 10481728"/>
              <a:gd name="connsiteY4" fmla="*/ 1369017 h 1675939"/>
              <a:gd name="connsiteX5" fmla="*/ 10481728 w 10481728"/>
              <a:gd name="connsiteY5" fmla="*/ 1675939 h 1675939"/>
              <a:gd name="connsiteX6" fmla="*/ 278347 w 10481728"/>
              <a:gd name="connsiteY6" fmla="*/ 1672764 h 1675939"/>
              <a:gd name="connsiteX7" fmla="*/ 3175 w 10481728"/>
              <a:gd name="connsiteY7" fmla="*/ 1673817 h 1675939"/>
              <a:gd name="connsiteX8" fmla="*/ 0 w 10481728"/>
              <a:gd name="connsiteY8" fmla="*/ 401711 h 1675939"/>
              <a:gd name="connsiteX0" fmla="*/ 0 w 10481728"/>
              <a:gd name="connsiteY0" fmla="*/ 398997 h 1673225"/>
              <a:gd name="connsiteX1" fmla="*/ 421222 w 10481728"/>
              <a:gd name="connsiteY1" fmla="*/ 0 h 1673225"/>
              <a:gd name="connsiteX2" fmla="*/ 8906928 w 10481728"/>
              <a:gd name="connsiteY2" fmla="*/ 0 h 1673225"/>
              <a:gd name="connsiteX3" fmla="*/ 9531350 w 10481728"/>
              <a:gd name="connsiteY3" fmla="*/ 249772 h 1673225"/>
              <a:gd name="connsiteX4" fmla="*/ 10099675 w 10481728"/>
              <a:gd name="connsiteY4" fmla="*/ 1366303 h 1673225"/>
              <a:gd name="connsiteX5" fmla="*/ 10481728 w 10481728"/>
              <a:gd name="connsiteY5" fmla="*/ 1673225 h 1673225"/>
              <a:gd name="connsiteX6" fmla="*/ 278347 w 10481728"/>
              <a:gd name="connsiteY6" fmla="*/ 1670050 h 1673225"/>
              <a:gd name="connsiteX7" fmla="*/ 3175 w 10481728"/>
              <a:gd name="connsiteY7" fmla="*/ 1671103 h 1673225"/>
              <a:gd name="connsiteX8" fmla="*/ 0 w 10481728"/>
              <a:gd name="connsiteY8" fmla="*/ 398997 h 1673225"/>
              <a:gd name="connsiteX0" fmla="*/ 0 w 10481728"/>
              <a:gd name="connsiteY0" fmla="*/ 400006 h 1674234"/>
              <a:gd name="connsiteX1" fmla="*/ 421222 w 10481728"/>
              <a:gd name="connsiteY1" fmla="*/ 1009 h 1674234"/>
              <a:gd name="connsiteX2" fmla="*/ 8906928 w 10481728"/>
              <a:gd name="connsiteY2" fmla="*/ 1009 h 1674234"/>
              <a:gd name="connsiteX3" fmla="*/ 9531350 w 10481728"/>
              <a:gd name="connsiteY3" fmla="*/ 250781 h 1674234"/>
              <a:gd name="connsiteX4" fmla="*/ 10099675 w 10481728"/>
              <a:gd name="connsiteY4" fmla="*/ 1367312 h 1674234"/>
              <a:gd name="connsiteX5" fmla="*/ 10481728 w 10481728"/>
              <a:gd name="connsiteY5" fmla="*/ 1674234 h 1674234"/>
              <a:gd name="connsiteX6" fmla="*/ 278347 w 10481728"/>
              <a:gd name="connsiteY6" fmla="*/ 1671059 h 1674234"/>
              <a:gd name="connsiteX7" fmla="*/ 3175 w 10481728"/>
              <a:gd name="connsiteY7" fmla="*/ 1672112 h 1674234"/>
              <a:gd name="connsiteX8" fmla="*/ 0 w 10481728"/>
              <a:gd name="connsiteY8" fmla="*/ 400006 h 167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1728" h="1674234">
                <a:moveTo>
                  <a:pt x="0" y="400006"/>
                </a:moveTo>
                <a:cubicBezTo>
                  <a:pt x="3175" y="173254"/>
                  <a:pt x="213520" y="1009"/>
                  <a:pt x="421222" y="1009"/>
                </a:cubicBezTo>
                <a:lnTo>
                  <a:pt x="8906928" y="1009"/>
                </a:lnTo>
                <a:cubicBezTo>
                  <a:pt x="9120980" y="4184"/>
                  <a:pt x="9359900" y="-42646"/>
                  <a:pt x="9531350" y="250781"/>
                </a:cubicBezTo>
                <a:lnTo>
                  <a:pt x="10099675" y="1367312"/>
                </a:lnTo>
                <a:cubicBezTo>
                  <a:pt x="10198100" y="1578189"/>
                  <a:pt x="10327480" y="1652009"/>
                  <a:pt x="10481728" y="1674234"/>
                </a:cubicBezTo>
                <a:lnTo>
                  <a:pt x="278347" y="1671059"/>
                </a:lnTo>
                <a:lnTo>
                  <a:pt x="3175" y="1672112"/>
                </a:lnTo>
                <a:cubicBezTo>
                  <a:pt x="2117" y="1335918"/>
                  <a:pt x="1058" y="736200"/>
                  <a:pt x="0" y="400006"/>
                </a:cubicBezTo>
                <a:close/>
              </a:path>
            </a:pathLst>
          </a:custGeom>
          <a:solidFill>
            <a:schemeClr val="accent1"/>
          </a:solidFill>
        </p:spPr>
        <p:txBody>
          <a:bodyPr lIns="144000" tIns="503999" anchor="b" anchorCtr="0"/>
          <a:lstStyle>
            <a:lvl1pPr marL="0" indent="0" algn="l">
              <a:lnSpc>
                <a:spcPts val="1300"/>
              </a:lnSpc>
              <a:spcAft>
                <a:spcPts val="0"/>
              </a:spcAft>
              <a:buNone/>
              <a:defRPr sz="1220" b="1" i="0" baseline="0">
                <a:solidFill>
                  <a:schemeClr val="tx1"/>
                </a:solidFill>
                <a:latin typeface="+mj-lt"/>
              </a:defRPr>
            </a:lvl1pPr>
            <a:lvl2pPr marL="180975" indent="0" algn="l">
              <a:buNone/>
              <a:defRPr sz="1220"/>
            </a:lvl2pPr>
            <a:lvl3pPr marL="361950" indent="0" algn="l">
              <a:buNone/>
              <a:defRPr sz="1220"/>
            </a:lvl3pPr>
            <a:lvl4pPr marL="542925" indent="0" algn="l">
              <a:buNone/>
              <a:defRPr sz="1220"/>
            </a:lvl4pPr>
            <a:lvl5pPr marL="714375" indent="0" algn="l">
              <a:buNone/>
              <a:defRPr sz="1220"/>
            </a:lvl5pPr>
          </a:lstStyle>
          <a:p>
            <a:pPr lvl="0"/>
            <a:r>
              <a:rPr lang="en-US" noProof="0"/>
              <a:t>Example</a:t>
            </a:r>
          </a:p>
        </p:txBody>
      </p:sp>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0" name="Textplatzhalter 20">
            <a:extLst>
              <a:ext uri="{FF2B5EF4-FFF2-40B4-BE49-F238E27FC236}">
                <a16:creationId xmlns:a16="http://schemas.microsoft.com/office/drawing/2014/main" id="{059640F8-D7ED-2E45-A077-BA46FD498DBB}"/>
              </a:ext>
            </a:extLst>
          </p:cNvPr>
          <p:cNvSpPr>
            <a:spLocks noGrp="1"/>
          </p:cNvSpPr>
          <p:nvPr>
            <p:ph type="body" sz="quarter" idx="12" hasCustomPrompt="1"/>
          </p:nvPr>
        </p:nvSpPr>
        <p:spPr>
          <a:xfrm>
            <a:off x="227013" y="4510800"/>
            <a:ext cx="2450873" cy="300852"/>
          </a:xfrm>
          <a:prstGeom prst="rect">
            <a:avLst/>
          </a:prstGeom>
        </p:spPr>
        <p:txBody>
          <a:bodyPr>
            <a:spAutoFit/>
          </a:bodyPr>
          <a:lstStyle>
            <a:lvl1pPr marL="0" indent="0">
              <a:buNone/>
              <a:defRPr>
                <a:solidFill>
                  <a:schemeClr val="bg1"/>
                </a:solidFill>
              </a:defRPr>
            </a:lvl1pPr>
          </a:lstStyle>
          <a:p>
            <a:pPr lvl="0"/>
            <a:r>
              <a:rPr lang="en-US" noProof="0"/>
              <a:t>Location, edit date</a:t>
            </a:r>
          </a:p>
        </p:txBody>
      </p:sp>
      <p:sp>
        <p:nvSpPr>
          <p:cNvPr id="13" name="Textplatzhalter 3">
            <a:extLst>
              <a:ext uri="{FF2B5EF4-FFF2-40B4-BE49-F238E27FC236}">
                <a16:creationId xmlns:a16="http://schemas.microsoft.com/office/drawing/2014/main" id="{99E8507B-6C4D-4844-8405-E4B00AFA38EA}"/>
              </a:ext>
            </a:extLst>
          </p:cNvPr>
          <p:cNvSpPr>
            <a:spLocks noGrp="1"/>
          </p:cNvSpPr>
          <p:nvPr>
            <p:ph type="body" sz="quarter" idx="26" hasCustomPrompt="1"/>
          </p:nvPr>
        </p:nvSpPr>
        <p:spPr>
          <a:xfrm>
            <a:off x="0" y="2563541"/>
            <a:ext cx="2033451" cy="265260"/>
          </a:xfrm>
          <a:solidFill>
            <a:schemeClr val="bg1"/>
          </a:solidFill>
          <a:ln>
            <a:noFill/>
          </a:ln>
        </p:spPr>
        <p:txBody>
          <a:bodyPr wrap="none" lIns="216000" tIns="18000" rIns="2160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16" name="Textplatzhalter 5">
            <a:extLst>
              <a:ext uri="{FF2B5EF4-FFF2-40B4-BE49-F238E27FC236}">
                <a16:creationId xmlns:a16="http://schemas.microsoft.com/office/drawing/2014/main" id="{0C1AB496-EFC4-3447-80EC-78094F10F683}"/>
              </a:ext>
            </a:extLst>
          </p:cNvPr>
          <p:cNvSpPr>
            <a:spLocks noGrp="1"/>
          </p:cNvSpPr>
          <p:nvPr>
            <p:ph type="body" sz="quarter" idx="27" hasCustomPrompt="1"/>
          </p:nvPr>
        </p:nvSpPr>
        <p:spPr>
          <a:xfrm>
            <a:off x="-1" y="3568577"/>
            <a:ext cx="5971388" cy="580825"/>
          </a:xfrm>
          <a:solidFill>
            <a:schemeClr val="accent1"/>
          </a:solidFill>
        </p:spPr>
        <p:txBody>
          <a:bodyPr wrap="none" lIns="216000" tIns="36000" rIns="216000" bIns="0">
            <a:spAutoFit/>
          </a:bodyPr>
          <a:lstStyle>
            <a:lvl1pPr marL="0" indent="0">
              <a:lnSpc>
                <a:spcPct val="90000"/>
              </a:lnSpc>
              <a:buFontTx/>
              <a:buNone/>
              <a:defRPr sz="3800" b="1" i="0" cap="all" baseline="0">
                <a:latin typeface="Source Sans Pro" panose="020B0503030403020204" pitchFamily="34" charset="0"/>
                <a:ea typeface="Source Sans Pro" panose="020B0503030403020204" pitchFamily="34" charset="0"/>
              </a:defRPr>
            </a:lvl1pPr>
          </a:lstStyle>
          <a:p>
            <a:pPr lvl="0"/>
            <a:r>
              <a:rPr lang="en-US" noProof="0" dirty="0"/>
              <a:t>2ND LINE EDIT OR DELETE</a:t>
            </a:r>
          </a:p>
        </p:txBody>
      </p:sp>
      <p:sp>
        <p:nvSpPr>
          <p:cNvPr id="17" name="Titel 1">
            <a:extLst>
              <a:ext uri="{FF2B5EF4-FFF2-40B4-BE49-F238E27FC236}">
                <a16:creationId xmlns:a16="http://schemas.microsoft.com/office/drawing/2014/main" id="{E70C829B-E4B0-5B4B-94DF-C3CE8A871043}"/>
              </a:ext>
            </a:extLst>
          </p:cNvPr>
          <p:cNvSpPr>
            <a:spLocks noGrp="1"/>
          </p:cNvSpPr>
          <p:nvPr>
            <p:ph type="title" hasCustomPrompt="1"/>
          </p:nvPr>
        </p:nvSpPr>
        <p:spPr>
          <a:xfrm>
            <a:off x="-1" y="2912400"/>
            <a:ext cx="6402472" cy="580825"/>
          </a:xfrm>
          <a:prstGeom prst="rect">
            <a:avLst/>
          </a:prstGeom>
        </p:spPr>
        <p:txBody>
          <a:bodyPr lIns="216000" tIns="36000" rIns="180000" bIns="0">
            <a:spAutoFit/>
          </a:bodyPr>
          <a:lstStyle>
            <a:lvl1pPr>
              <a:defRPr sz="3800" baseline="0"/>
            </a:lvl1pPr>
          </a:lstStyle>
          <a:p>
            <a:r>
              <a:rPr lang="en-US" noProof="0" dirty="0"/>
              <a:t>Edit Master Title format</a:t>
            </a:r>
          </a:p>
        </p:txBody>
      </p:sp>
      <p:sp>
        <p:nvSpPr>
          <p:cNvPr id="5" name="Bildplatzhalter 4">
            <a:extLst>
              <a:ext uri="{FF2B5EF4-FFF2-40B4-BE49-F238E27FC236}">
                <a16:creationId xmlns:a16="http://schemas.microsoft.com/office/drawing/2014/main" id="{1B87BD5D-E230-5B26-DA38-7D618CDCAE2C}"/>
              </a:ext>
            </a:extLst>
          </p:cNvPr>
          <p:cNvSpPr txBox="1">
            <a:spLocks/>
          </p:cNvSpPr>
          <p:nvPr userDrawn="1"/>
        </p:nvSpPr>
        <p:spPr>
          <a:xfrm>
            <a:off x="9348000" y="0"/>
            <a:ext cx="2844000" cy="1371600"/>
          </a:xfrm>
          <a:prstGeom prst="rect">
            <a:avLst/>
          </a:prstGeom>
          <a:blipFill>
            <a:blip r:embed="rId2">
              <a:extLst>
                <a:ext uri="{28A0092B-C50C-407E-A947-70E740481C1C}">
                  <a14:useLocalDpi xmlns:a14="http://schemas.microsoft.com/office/drawing/2010/main" val="0"/>
                </a:ext>
              </a:extLst>
            </a:blip>
            <a:stretch>
              <a:fillRect/>
            </a:stretch>
          </a:blipFill>
        </p:spPr>
        <p:txBody>
          <a:bodyPr vert="horz" lIns="0" tIns="0" rIns="0" bIns="0" rtlCol="0" anchor="t">
            <a:noAutofit/>
          </a:bodyPr>
          <a:lstStyle>
            <a:lvl1pPr marL="0" indent="0" algn="l" defTabSz="914400" rtl="0" eaLnBrk="1" latinLnBrk="0" hangingPunct="1">
              <a:lnSpc>
                <a:spcPct val="120000"/>
              </a:lnSpc>
              <a:spcBef>
                <a:spcPts val="0"/>
              </a:spcBef>
              <a:spcAft>
                <a:spcPts val="400"/>
              </a:spcAft>
              <a:buClr>
                <a:schemeClr val="accent5"/>
              </a:buClr>
              <a:buSzPct val="120000"/>
              <a:buFont typeface="Symbol" pitchFamily="2" charset="2"/>
              <a:buNone/>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t> </a:t>
            </a:r>
          </a:p>
        </p:txBody>
      </p:sp>
    </p:spTree>
    <p:extLst>
      <p:ext uri="{BB962C8B-B14F-4D97-AF65-F5344CB8AC3E}">
        <p14:creationId xmlns:p14="http://schemas.microsoft.com/office/powerpoint/2010/main" val="544672592"/>
      </p:ext>
    </p:extLst>
  </p:cSld>
  <p:clrMapOvr>
    <a:masterClrMapping/>
  </p:clrMapOvr>
  <p:extLst>
    <p:ext uri="{DCECCB84-F9BA-43D5-87BE-67443E8EF086}">
      <p15:sldGuideLst xmlns:p15="http://schemas.microsoft.com/office/powerpoint/2012/main">
        <p15:guide id="13" orient="horz" pos="1612" userDrawn="1">
          <p15:clr>
            <a:srgbClr val="FBAE40"/>
          </p15:clr>
        </p15:guide>
        <p15:guide id="14" orient="horz" pos="354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Entry Primary Color ">
    <p:bg>
      <p:bgPr>
        <a:solidFill>
          <a:schemeClr val="accent1"/>
        </a:solidFill>
        <a:effectLst/>
      </p:bgPr>
    </p:bg>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7" name="Titel 1">
            <a:extLst>
              <a:ext uri="{FF2B5EF4-FFF2-40B4-BE49-F238E27FC236}">
                <a16:creationId xmlns:a16="http://schemas.microsoft.com/office/drawing/2014/main" id="{385435BF-D28D-4C57-AC7C-2565E2DC95E5}"/>
              </a:ext>
            </a:extLst>
          </p:cNvPr>
          <p:cNvSpPr>
            <a:spLocks noGrp="1"/>
          </p:cNvSpPr>
          <p:nvPr>
            <p:ph type="ctrTitle" hasCustomPrompt="1"/>
          </p:nvPr>
        </p:nvSpPr>
        <p:spPr>
          <a:xfrm>
            <a:off x="0" y="2559050"/>
            <a:ext cx="5038761" cy="594000"/>
          </a:xfrm>
          <a:prstGeom prst="rect">
            <a:avLst/>
          </a:prstGeom>
          <a:solidFill>
            <a:schemeClr val="bg1"/>
          </a:solidFill>
        </p:spPr>
        <p:txBody>
          <a:bodyPr wrap="none" lIns="216000" tIns="36000" rIns="216000" bIns="36000" anchor="t" anchorCtr="0">
            <a:spAutoFit/>
          </a:bodyPr>
          <a:lstStyle>
            <a:lvl1pPr algn="l" fontAlgn="t">
              <a:lnSpc>
                <a:spcPts val="3860"/>
              </a:lnSpc>
              <a:defRPr sz="3800"/>
            </a:lvl1pPr>
          </a:lstStyle>
          <a:p>
            <a:r>
              <a:rPr lang="en-US" noProof="0"/>
              <a:t>Edit chapter entry</a:t>
            </a:r>
          </a:p>
        </p:txBody>
      </p:sp>
      <p:sp>
        <p:nvSpPr>
          <p:cNvPr id="6" name="Textplatzhalter 5">
            <a:extLst>
              <a:ext uri="{FF2B5EF4-FFF2-40B4-BE49-F238E27FC236}">
                <a16:creationId xmlns:a16="http://schemas.microsoft.com/office/drawing/2014/main" id="{45BC4717-0598-4F45-90AD-E27B62B2A00C}"/>
              </a:ext>
            </a:extLst>
          </p:cNvPr>
          <p:cNvSpPr>
            <a:spLocks noGrp="1"/>
          </p:cNvSpPr>
          <p:nvPr>
            <p:ph type="body" sz="quarter" idx="21" hasCustomPrompt="1"/>
          </p:nvPr>
        </p:nvSpPr>
        <p:spPr>
          <a:xfrm>
            <a:off x="0" y="3217074"/>
            <a:ext cx="3658896" cy="594000"/>
          </a:xfrm>
          <a:prstGeom prst="rect">
            <a:avLst/>
          </a:prstGeom>
          <a:solidFill>
            <a:schemeClr val="bg1"/>
          </a:solidFill>
        </p:spPr>
        <p:txBody>
          <a:bodyPr wrap="none" lIns="216000" tIns="36000" rIns="216000" bIns="36000">
            <a:spAutoFit/>
          </a:bodyPr>
          <a:lstStyle>
            <a:lvl1pPr marL="0" indent="0" fontAlgn="t">
              <a:lnSpc>
                <a:spcPts val="3860"/>
              </a:lnSpc>
              <a:spcAft>
                <a:spcPts val="0"/>
              </a:spcAft>
              <a:buNone/>
              <a:defRPr sz="3800" b="1" i="0" cap="all" spc="20" baseline="0">
                <a:latin typeface="Source Sans Pro" panose="020B0503030403020204" pitchFamily="34" charset="0"/>
                <a:ea typeface="Source Sans Pro" panose="020B0503030403020204" pitchFamily="34" charset="0"/>
              </a:defRPr>
            </a:lvl1pPr>
            <a:lvl2pPr marL="180975" indent="0">
              <a:buNone/>
              <a:defRPr sz="3800" b="1" i="0" cap="all" spc="20" baseline="0">
                <a:latin typeface="Source Sans Pro" panose="020B0503030403020204" pitchFamily="34" charset="0"/>
                <a:ea typeface="Source Sans Pro" panose="020B0503030403020204" pitchFamily="34" charset="0"/>
              </a:defRPr>
            </a:lvl2pPr>
            <a:lvl3pPr marL="361950" indent="0">
              <a:buNone/>
              <a:defRPr sz="3800" b="1" i="0" cap="all" spc="20" baseline="0">
                <a:latin typeface="Source Sans Pro" panose="020B0503030403020204" pitchFamily="34" charset="0"/>
                <a:ea typeface="Source Sans Pro" panose="020B0503030403020204" pitchFamily="34" charset="0"/>
              </a:defRPr>
            </a:lvl3pPr>
            <a:lvl4pPr marL="542925" indent="0">
              <a:buNone/>
              <a:defRPr sz="3800" b="1" i="0" cap="all" spc="20" baseline="0">
                <a:latin typeface="Source Sans Pro" panose="020B0503030403020204" pitchFamily="34" charset="0"/>
                <a:ea typeface="Source Sans Pro" panose="020B0503030403020204" pitchFamily="34" charset="0"/>
              </a:defRPr>
            </a:lvl4pPr>
            <a:lvl5pPr marL="714375" indent="0">
              <a:buNone/>
              <a:defRPr sz="3800" b="1" i="0" cap="all" spc="20" baseline="0">
                <a:latin typeface="Source Sans Pro" panose="020B0503030403020204" pitchFamily="34" charset="0"/>
                <a:ea typeface="Source Sans Pro" panose="020B0503030403020204" pitchFamily="34" charset="0"/>
              </a:defRPr>
            </a:lvl5pPr>
          </a:lstStyle>
          <a:p>
            <a:pPr lvl="0"/>
            <a:r>
              <a:rPr lang="en-US" noProof="0"/>
              <a:t>2ND LINE EDIT</a:t>
            </a:r>
          </a:p>
        </p:txBody>
      </p:sp>
      <p:sp>
        <p:nvSpPr>
          <p:cNvPr id="16" name="Textplatzhalter 3">
            <a:extLst>
              <a:ext uri="{FF2B5EF4-FFF2-40B4-BE49-F238E27FC236}">
                <a16:creationId xmlns:a16="http://schemas.microsoft.com/office/drawing/2014/main" id="{D030D1CA-66D5-0D44-99D4-89C1D572419B}"/>
              </a:ext>
            </a:extLst>
          </p:cNvPr>
          <p:cNvSpPr>
            <a:spLocks noGrp="1"/>
          </p:cNvSpPr>
          <p:nvPr>
            <p:ph type="body" sz="quarter" idx="22" hasCustomPrompt="1"/>
          </p:nvPr>
        </p:nvSpPr>
        <p:spPr>
          <a:xfrm>
            <a:off x="97486" y="0"/>
            <a:ext cx="1968361" cy="1759900"/>
          </a:xfrm>
          <a:prstGeom prst="rect">
            <a:avLst/>
          </a:prstGeom>
          <a:noFill/>
        </p:spPr>
        <p:txBody>
          <a:bodyPr wrap="none" lIns="93600" tIns="18000" rIns="93600" bIns="18000">
            <a:spAutoFit/>
          </a:bodyPr>
          <a:lstStyle>
            <a:lvl1pPr marL="0" indent="0" fontAlgn="t">
              <a:lnSpc>
                <a:spcPts val="12800"/>
              </a:lnSpc>
              <a:spcAft>
                <a:spcPts val="0"/>
              </a:spcAft>
              <a:buNone/>
              <a:defRPr lang="de-DE" sz="12800" b="1" i="0" kern="1200" baseline="0" dirty="0">
                <a:solidFill>
                  <a:schemeClr val="bg1"/>
                </a:solidFill>
                <a:latin typeface="Source Serif Pro" charset="0"/>
                <a:ea typeface="Source Serif Pro" charset="0"/>
                <a:cs typeface="Source Serif Pro" charset="0"/>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01</a:t>
            </a:r>
          </a:p>
        </p:txBody>
      </p:sp>
    </p:spTree>
    <p:extLst>
      <p:ext uri="{BB962C8B-B14F-4D97-AF65-F5344CB8AC3E}">
        <p14:creationId xmlns:p14="http://schemas.microsoft.com/office/powerpoint/2010/main" val="1041120526"/>
      </p:ext>
    </p:extLst>
  </p:cSld>
  <p:clrMapOvr>
    <a:masterClrMapping/>
  </p:clrMapOvr>
  <p:extLst>
    <p:ext uri="{DCECCB84-F9BA-43D5-87BE-67443E8EF086}">
      <p15:sldGuideLst xmlns:p15="http://schemas.microsoft.com/office/powerpoint/2012/main">
        <p15:guide id="13" orient="horz" pos="1612" userDrawn="1">
          <p15:clr>
            <a:srgbClr val="FBAE40"/>
          </p15:clr>
        </p15:guide>
        <p15:guide id="15" orient="horz" pos="244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Entry Primary Color With Zusatzinfo">
    <p:bg>
      <p:bgPr>
        <a:solidFill>
          <a:schemeClr val="accent1"/>
        </a:solidFill>
        <a:effectLst/>
      </p:bgPr>
    </p:bg>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7" name="Titel 1">
            <a:extLst>
              <a:ext uri="{FF2B5EF4-FFF2-40B4-BE49-F238E27FC236}">
                <a16:creationId xmlns:a16="http://schemas.microsoft.com/office/drawing/2014/main" id="{385435BF-D28D-4C57-AC7C-2565E2DC95E5}"/>
              </a:ext>
            </a:extLst>
          </p:cNvPr>
          <p:cNvSpPr>
            <a:spLocks noGrp="1"/>
          </p:cNvSpPr>
          <p:nvPr>
            <p:ph type="ctrTitle" hasCustomPrompt="1"/>
          </p:nvPr>
        </p:nvSpPr>
        <p:spPr>
          <a:xfrm>
            <a:off x="0" y="2559050"/>
            <a:ext cx="3953528" cy="594000"/>
          </a:xfrm>
          <a:prstGeom prst="rect">
            <a:avLst/>
          </a:prstGeom>
          <a:solidFill>
            <a:schemeClr val="bg1"/>
          </a:solidFill>
        </p:spPr>
        <p:txBody>
          <a:bodyPr wrap="none" lIns="216000" tIns="36000" rIns="216000" bIns="36000" anchor="t" anchorCtr="0">
            <a:spAutoFit/>
          </a:bodyPr>
          <a:lstStyle>
            <a:lvl1pPr marL="0" marR="0" indent="0" algn="l" defTabSz="914400" rtl="0" eaLnBrk="1" fontAlgn="t" latinLnBrk="0" hangingPunct="1">
              <a:lnSpc>
                <a:spcPts val="3860"/>
              </a:lnSpc>
              <a:spcBef>
                <a:spcPct val="0"/>
              </a:spcBef>
              <a:spcAft>
                <a:spcPts val="0"/>
              </a:spcAft>
              <a:buClrTx/>
              <a:buSzTx/>
              <a:buFontTx/>
              <a:buNone/>
              <a:tabLst/>
              <a:defRPr sz="3800"/>
            </a:lvl1pPr>
          </a:lstStyle>
          <a:p>
            <a:r>
              <a:rPr lang="en-US" noProof="0"/>
              <a:t>Chapter entry</a:t>
            </a:r>
          </a:p>
        </p:txBody>
      </p:sp>
      <p:sp>
        <p:nvSpPr>
          <p:cNvPr id="6" name="Textplatzhalter 5">
            <a:extLst>
              <a:ext uri="{FF2B5EF4-FFF2-40B4-BE49-F238E27FC236}">
                <a16:creationId xmlns:a16="http://schemas.microsoft.com/office/drawing/2014/main" id="{45BC4717-0598-4F45-90AD-E27B62B2A00C}"/>
              </a:ext>
            </a:extLst>
          </p:cNvPr>
          <p:cNvSpPr>
            <a:spLocks noGrp="1"/>
          </p:cNvSpPr>
          <p:nvPr>
            <p:ph type="body" sz="quarter" idx="21" hasCustomPrompt="1"/>
          </p:nvPr>
        </p:nvSpPr>
        <p:spPr>
          <a:xfrm>
            <a:off x="0" y="3217074"/>
            <a:ext cx="3601188" cy="594000"/>
          </a:xfrm>
          <a:prstGeom prst="rect">
            <a:avLst/>
          </a:prstGeom>
          <a:solidFill>
            <a:schemeClr val="bg1"/>
          </a:solidFill>
        </p:spPr>
        <p:txBody>
          <a:bodyPr wrap="none" lIns="216000" tIns="36000" rIns="216000" bIns="36000">
            <a:spAutoFit/>
          </a:bodyPr>
          <a:lstStyle>
            <a:lvl1pPr marL="0" indent="0" fontAlgn="t">
              <a:lnSpc>
                <a:spcPts val="3860"/>
              </a:lnSpc>
              <a:spcAft>
                <a:spcPts val="0"/>
              </a:spcAft>
              <a:buNone/>
              <a:defRPr sz="3800" b="1" i="0" cap="all" spc="20" baseline="0">
                <a:latin typeface="Source Sans Pro" panose="020B0503030403020204" pitchFamily="34" charset="0"/>
                <a:ea typeface="Source Sans Pro" panose="020B0503030403020204" pitchFamily="34" charset="0"/>
              </a:defRPr>
            </a:lvl1pPr>
            <a:lvl2pPr marL="180975" indent="0">
              <a:buNone/>
              <a:defRPr sz="3800" b="1" i="0" cap="all" spc="20" baseline="0">
                <a:latin typeface="Source Sans Pro" panose="020B0503030403020204" pitchFamily="34" charset="0"/>
                <a:ea typeface="Source Sans Pro" panose="020B0503030403020204" pitchFamily="34" charset="0"/>
              </a:defRPr>
            </a:lvl2pPr>
            <a:lvl3pPr marL="361950" indent="0">
              <a:buNone/>
              <a:defRPr sz="3800" b="1" i="0" cap="all" spc="20" baseline="0">
                <a:latin typeface="Source Sans Pro" panose="020B0503030403020204" pitchFamily="34" charset="0"/>
                <a:ea typeface="Source Sans Pro" panose="020B0503030403020204" pitchFamily="34" charset="0"/>
              </a:defRPr>
            </a:lvl3pPr>
            <a:lvl4pPr marL="542925" indent="0">
              <a:buNone/>
              <a:defRPr sz="3800" b="1" i="0" cap="all" spc="20" baseline="0">
                <a:latin typeface="Source Sans Pro" panose="020B0503030403020204" pitchFamily="34" charset="0"/>
                <a:ea typeface="Source Sans Pro" panose="020B0503030403020204" pitchFamily="34" charset="0"/>
              </a:defRPr>
            </a:lvl4pPr>
            <a:lvl5pPr marL="714375" indent="0">
              <a:buNone/>
              <a:defRPr sz="3800" b="1" i="0" cap="all" spc="20" baseline="0">
                <a:latin typeface="Source Sans Pro" panose="020B0503030403020204" pitchFamily="34" charset="0"/>
                <a:ea typeface="Source Sans Pro" panose="020B0503030403020204" pitchFamily="34" charset="0"/>
              </a:defRPr>
            </a:lvl5pPr>
          </a:lstStyle>
          <a:p>
            <a:pPr lvl="0"/>
            <a:r>
              <a:rPr lang="en-US" noProof="0"/>
              <a:t>2ed line Edit</a:t>
            </a:r>
          </a:p>
        </p:txBody>
      </p:sp>
      <p:sp>
        <p:nvSpPr>
          <p:cNvPr id="16" name="Textplatzhalter 3">
            <a:extLst>
              <a:ext uri="{FF2B5EF4-FFF2-40B4-BE49-F238E27FC236}">
                <a16:creationId xmlns:a16="http://schemas.microsoft.com/office/drawing/2014/main" id="{D030D1CA-66D5-0D44-99D4-89C1D572419B}"/>
              </a:ext>
            </a:extLst>
          </p:cNvPr>
          <p:cNvSpPr>
            <a:spLocks noGrp="1"/>
          </p:cNvSpPr>
          <p:nvPr>
            <p:ph type="body" sz="quarter" idx="22" hasCustomPrompt="1"/>
          </p:nvPr>
        </p:nvSpPr>
        <p:spPr>
          <a:xfrm>
            <a:off x="97486" y="0"/>
            <a:ext cx="1968361" cy="1759900"/>
          </a:xfrm>
          <a:prstGeom prst="rect">
            <a:avLst/>
          </a:prstGeom>
          <a:noFill/>
        </p:spPr>
        <p:txBody>
          <a:bodyPr wrap="none" lIns="93600" tIns="18000" rIns="93600" bIns="18000">
            <a:spAutoFit/>
          </a:bodyPr>
          <a:lstStyle>
            <a:lvl1pPr marL="0" indent="0" fontAlgn="t">
              <a:lnSpc>
                <a:spcPts val="12800"/>
              </a:lnSpc>
              <a:spcAft>
                <a:spcPts val="0"/>
              </a:spcAft>
              <a:buNone/>
              <a:defRPr lang="de-DE" sz="12800" b="1" i="0" kern="1200" baseline="0" dirty="0">
                <a:solidFill>
                  <a:schemeClr val="bg1"/>
                </a:solidFill>
                <a:latin typeface="Source Serif Pro" charset="0"/>
                <a:ea typeface="Source Serif Pro" charset="0"/>
                <a:cs typeface="Source Serif Pro" charset="0"/>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01</a:t>
            </a:r>
          </a:p>
        </p:txBody>
      </p:sp>
      <p:sp>
        <p:nvSpPr>
          <p:cNvPr id="9" name="Rechteck 8">
            <a:extLst>
              <a:ext uri="{FF2B5EF4-FFF2-40B4-BE49-F238E27FC236}">
                <a16:creationId xmlns:a16="http://schemas.microsoft.com/office/drawing/2014/main" id="{E76077B5-74B1-2F41-8145-A1A4E650921D}"/>
              </a:ext>
            </a:extLst>
          </p:cNvPr>
          <p:cNvSpPr/>
          <p:nvPr userDrawn="1"/>
        </p:nvSpPr>
        <p:spPr>
          <a:xfrm rot="-240000">
            <a:off x="6103513" y="1529134"/>
            <a:ext cx="6310622" cy="4655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Textplatzhalter 3">
            <a:extLst>
              <a:ext uri="{FF2B5EF4-FFF2-40B4-BE49-F238E27FC236}">
                <a16:creationId xmlns:a16="http://schemas.microsoft.com/office/drawing/2014/main" id="{3469EDBC-A364-9A45-BE1D-0C5F095B15EE}"/>
              </a:ext>
            </a:extLst>
          </p:cNvPr>
          <p:cNvSpPr>
            <a:spLocks noGrp="1"/>
          </p:cNvSpPr>
          <p:nvPr>
            <p:ph type="body" sz="quarter" idx="20" hasCustomPrompt="1"/>
          </p:nvPr>
        </p:nvSpPr>
        <p:spPr>
          <a:xfrm>
            <a:off x="7042150" y="1904037"/>
            <a:ext cx="1797482" cy="265260"/>
          </a:xfrm>
          <a:prstGeom prst="rect">
            <a:avLst/>
          </a:prstGeom>
          <a:solidFill>
            <a:schemeClr val="tx1"/>
          </a:solidFill>
        </p:spPr>
        <p:txBody>
          <a:bodyPr wrap="none" lIns="93600" tIns="18000" rIns="93600" bIns="18000">
            <a:spAutoFit/>
          </a:bodyPr>
          <a:lstStyle>
            <a:lvl1pPr marL="0" indent="0" fontAlgn="t">
              <a:lnSpc>
                <a:spcPts val="1740"/>
              </a:lnSpc>
              <a:spcAft>
                <a:spcPts val="0"/>
              </a:spcAft>
              <a:buNone/>
              <a:defRPr cap="all" spc="-20" baseline="0">
                <a:solidFill>
                  <a:schemeClr val="bg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Edit mini titles</a:t>
            </a:r>
          </a:p>
        </p:txBody>
      </p:sp>
      <p:sp>
        <p:nvSpPr>
          <p:cNvPr id="15" name="Inhaltsplatzhalter 7">
            <a:extLst>
              <a:ext uri="{FF2B5EF4-FFF2-40B4-BE49-F238E27FC236}">
                <a16:creationId xmlns:a16="http://schemas.microsoft.com/office/drawing/2014/main" id="{FC421B7D-EF21-294D-A8FD-2C2BDA237AD8}"/>
              </a:ext>
            </a:extLst>
          </p:cNvPr>
          <p:cNvSpPr>
            <a:spLocks noGrp="1"/>
          </p:cNvSpPr>
          <p:nvPr>
            <p:ph sz="quarter" idx="23" hasCustomPrompt="1"/>
          </p:nvPr>
        </p:nvSpPr>
        <p:spPr>
          <a:xfrm>
            <a:off x="7042150" y="2384425"/>
            <a:ext cx="3825875" cy="3590925"/>
          </a:xfrm>
        </p:spPr>
        <p:txBody>
          <a:bodyPr/>
          <a:lstStyle/>
          <a:p>
            <a:pPr lvl="0"/>
            <a:r>
              <a:rPr lang="en-US" noProof="0"/>
              <a:t>Edit master text format</a:t>
            </a:r>
          </a:p>
          <a:p>
            <a:pPr lvl="1"/>
            <a:r>
              <a:rPr lang="en-US" noProof="0"/>
              <a:t>Second level</a:t>
            </a:r>
          </a:p>
          <a:p>
            <a:pPr lvl="2"/>
            <a:r>
              <a:rPr lang="en-US" noProof="0"/>
              <a:t>Third level</a:t>
            </a:r>
          </a:p>
          <a:p>
            <a:pPr lvl="3"/>
            <a:r>
              <a:rPr lang="en-US" noProof="0"/>
              <a:t>Forth level</a:t>
            </a:r>
          </a:p>
          <a:p>
            <a:pPr lvl="4"/>
            <a:r>
              <a:rPr lang="en-US" noProof="0"/>
              <a:t>Fifth level</a:t>
            </a:r>
          </a:p>
        </p:txBody>
      </p:sp>
    </p:spTree>
    <p:extLst>
      <p:ext uri="{BB962C8B-B14F-4D97-AF65-F5344CB8AC3E}">
        <p14:creationId xmlns:p14="http://schemas.microsoft.com/office/powerpoint/2010/main" val="2008986735"/>
      </p:ext>
    </p:extLst>
  </p:cSld>
  <p:clrMapOvr>
    <a:masterClrMapping/>
  </p:clrMapOvr>
  <p:extLst>
    <p:ext uri="{DCECCB84-F9BA-43D5-87BE-67443E8EF086}">
      <p15:sldGuideLst xmlns:p15="http://schemas.microsoft.com/office/powerpoint/2012/main">
        <p15:guide id="13" orient="horz" pos="1612" userDrawn="1">
          <p15:clr>
            <a:srgbClr val="FBAE40"/>
          </p15:clr>
        </p15:guide>
        <p15:guide id="14" orient="horz" pos="24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Entry Grey">
    <p:bg>
      <p:bgPr>
        <a:solidFill>
          <a:schemeClr val="accent3"/>
        </a:solidFill>
        <a:effectLst/>
      </p:bgPr>
    </p:bg>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581E76F3-931E-F448-AE2D-5E00792DDC59}"/>
              </a:ext>
            </a:extLst>
          </p:cNvPr>
          <p:cNvSpPr txBox="1"/>
          <p:nvPr userDrawn="1"/>
        </p:nvSpPr>
        <p:spPr>
          <a:xfrm>
            <a:off x="4567428" y="-882396"/>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7" name="Titel 1">
            <a:extLst>
              <a:ext uri="{FF2B5EF4-FFF2-40B4-BE49-F238E27FC236}">
                <a16:creationId xmlns:a16="http://schemas.microsoft.com/office/drawing/2014/main" id="{385435BF-D28D-4C57-AC7C-2565E2DC95E5}"/>
              </a:ext>
            </a:extLst>
          </p:cNvPr>
          <p:cNvSpPr>
            <a:spLocks noGrp="1"/>
          </p:cNvSpPr>
          <p:nvPr>
            <p:ph type="ctrTitle" hasCustomPrompt="1"/>
          </p:nvPr>
        </p:nvSpPr>
        <p:spPr>
          <a:xfrm>
            <a:off x="0" y="2559050"/>
            <a:ext cx="5038761" cy="594000"/>
          </a:xfrm>
          <a:prstGeom prst="rect">
            <a:avLst/>
          </a:prstGeom>
          <a:solidFill>
            <a:schemeClr val="accent1"/>
          </a:solidFill>
        </p:spPr>
        <p:txBody>
          <a:bodyPr wrap="none" lIns="216000" tIns="36000" rIns="216000" bIns="36000" anchor="t" anchorCtr="0">
            <a:spAutoFit/>
          </a:bodyPr>
          <a:lstStyle>
            <a:lvl1pPr marL="0" marR="0" indent="0" algn="l" defTabSz="914400" rtl="0" eaLnBrk="1" fontAlgn="t" latinLnBrk="0" hangingPunct="1">
              <a:lnSpc>
                <a:spcPts val="3860"/>
              </a:lnSpc>
              <a:spcBef>
                <a:spcPct val="0"/>
              </a:spcBef>
              <a:spcAft>
                <a:spcPts val="0"/>
              </a:spcAft>
              <a:buClrTx/>
              <a:buSzTx/>
              <a:buFontTx/>
              <a:buNone/>
              <a:tabLst/>
              <a:defRPr sz="3800"/>
            </a:lvl1pPr>
          </a:lstStyle>
          <a:p>
            <a:r>
              <a:rPr lang="en-US" noProof="0"/>
              <a:t>Edit chapter entry</a:t>
            </a:r>
          </a:p>
        </p:txBody>
      </p:sp>
      <p:sp>
        <p:nvSpPr>
          <p:cNvPr id="6" name="Textplatzhalter 5">
            <a:extLst>
              <a:ext uri="{FF2B5EF4-FFF2-40B4-BE49-F238E27FC236}">
                <a16:creationId xmlns:a16="http://schemas.microsoft.com/office/drawing/2014/main" id="{45BC4717-0598-4F45-90AD-E27B62B2A00C}"/>
              </a:ext>
            </a:extLst>
          </p:cNvPr>
          <p:cNvSpPr>
            <a:spLocks noGrp="1"/>
          </p:cNvSpPr>
          <p:nvPr>
            <p:ph type="body" sz="quarter" idx="21" hasCustomPrompt="1"/>
          </p:nvPr>
        </p:nvSpPr>
        <p:spPr>
          <a:xfrm>
            <a:off x="0" y="3217074"/>
            <a:ext cx="3601188" cy="594000"/>
          </a:xfrm>
          <a:prstGeom prst="rect">
            <a:avLst/>
          </a:prstGeom>
          <a:solidFill>
            <a:schemeClr val="accent1"/>
          </a:solidFill>
        </p:spPr>
        <p:txBody>
          <a:bodyPr wrap="none" lIns="216000" tIns="36000" rIns="216000" bIns="36000">
            <a:spAutoFit/>
          </a:bodyPr>
          <a:lstStyle>
            <a:lvl1pPr marL="0" indent="0" fontAlgn="t">
              <a:lnSpc>
                <a:spcPts val="3860"/>
              </a:lnSpc>
              <a:spcAft>
                <a:spcPts val="0"/>
              </a:spcAft>
              <a:buNone/>
              <a:defRPr sz="3800" b="1" i="0" cap="all" spc="20" baseline="0">
                <a:latin typeface="Source Sans Pro" panose="020B0503030403020204" pitchFamily="34" charset="0"/>
                <a:ea typeface="Source Sans Pro" panose="020B0503030403020204" pitchFamily="34" charset="0"/>
              </a:defRPr>
            </a:lvl1pPr>
            <a:lvl2pPr marL="180975" indent="0">
              <a:buNone/>
              <a:defRPr sz="3800" b="1" i="0" cap="all" spc="20" baseline="0">
                <a:latin typeface="Source Sans Pro" panose="020B0503030403020204" pitchFamily="34" charset="0"/>
                <a:ea typeface="Source Sans Pro" panose="020B0503030403020204" pitchFamily="34" charset="0"/>
              </a:defRPr>
            </a:lvl2pPr>
            <a:lvl3pPr marL="361950" indent="0">
              <a:buNone/>
              <a:defRPr sz="3800" b="1" i="0" cap="all" spc="20" baseline="0">
                <a:latin typeface="Source Sans Pro" panose="020B0503030403020204" pitchFamily="34" charset="0"/>
                <a:ea typeface="Source Sans Pro" panose="020B0503030403020204" pitchFamily="34" charset="0"/>
              </a:defRPr>
            </a:lvl3pPr>
            <a:lvl4pPr marL="542925" indent="0">
              <a:buNone/>
              <a:defRPr sz="3800" b="1" i="0" cap="all" spc="20" baseline="0">
                <a:latin typeface="Source Sans Pro" panose="020B0503030403020204" pitchFamily="34" charset="0"/>
                <a:ea typeface="Source Sans Pro" panose="020B0503030403020204" pitchFamily="34" charset="0"/>
              </a:defRPr>
            </a:lvl4pPr>
            <a:lvl5pPr marL="714375" indent="0">
              <a:buNone/>
              <a:defRPr sz="3800" b="1" i="0" cap="all" spc="20" baseline="0">
                <a:latin typeface="Source Sans Pro" panose="020B0503030403020204" pitchFamily="34" charset="0"/>
                <a:ea typeface="Source Sans Pro" panose="020B0503030403020204" pitchFamily="34" charset="0"/>
              </a:defRPr>
            </a:lvl5pPr>
          </a:lstStyle>
          <a:p>
            <a:pPr lvl="0"/>
            <a:r>
              <a:rPr lang="en-US" noProof="0"/>
              <a:t>2ed Line Edit</a:t>
            </a:r>
          </a:p>
        </p:txBody>
      </p:sp>
      <p:sp>
        <p:nvSpPr>
          <p:cNvPr id="16" name="Textplatzhalter 3">
            <a:extLst>
              <a:ext uri="{FF2B5EF4-FFF2-40B4-BE49-F238E27FC236}">
                <a16:creationId xmlns:a16="http://schemas.microsoft.com/office/drawing/2014/main" id="{D030D1CA-66D5-0D44-99D4-89C1D572419B}"/>
              </a:ext>
            </a:extLst>
          </p:cNvPr>
          <p:cNvSpPr>
            <a:spLocks noGrp="1"/>
          </p:cNvSpPr>
          <p:nvPr>
            <p:ph type="body" sz="quarter" idx="22" hasCustomPrompt="1"/>
          </p:nvPr>
        </p:nvSpPr>
        <p:spPr>
          <a:xfrm>
            <a:off x="97486" y="0"/>
            <a:ext cx="1968361" cy="1759900"/>
          </a:xfrm>
          <a:prstGeom prst="rect">
            <a:avLst/>
          </a:prstGeom>
          <a:noFill/>
        </p:spPr>
        <p:txBody>
          <a:bodyPr wrap="none" lIns="93600" tIns="18000" rIns="93600" bIns="18000">
            <a:spAutoFit/>
          </a:bodyPr>
          <a:lstStyle>
            <a:lvl1pPr marL="0" indent="0" fontAlgn="t">
              <a:lnSpc>
                <a:spcPts val="12800"/>
              </a:lnSpc>
              <a:spcAft>
                <a:spcPts val="0"/>
              </a:spcAft>
              <a:buNone/>
              <a:defRPr lang="de-DE" sz="12800" b="1" i="0" kern="1200" baseline="0" dirty="0">
                <a:solidFill>
                  <a:schemeClr val="bg1"/>
                </a:solidFill>
                <a:latin typeface="Source Serif Pro" charset="0"/>
                <a:ea typeface="Source Serif Pro" charset="0"/>
                <a:cs typeface="Source Serif Pro" charset="0"/>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01</a:t>
            </a:r>
          </a:p>
        </p:txBody>
      </p:sp>
    </p:spTree>
    <p:extLst>
      <p:ext uri="{BB962C8B-B14F-4D97-AF65-F5344CB8AC3E}">
        <p14:creationId xmlns:p14="http://schemas.microsoft.com/office/powerpoint/2010/main" val="1901275731"/>
      </p:ext>
    </p:extLst>
  </p:cSld>
  <p:clrMapOvr>
    <a:masterClrMapping/>
  </p:clrMapOvr>
  <p:extLst>
    <p:ext uri="{DCECCB84-F9BA-43D5-87BE-67443E8EF086}">
      <p15:sldGuideLst xmlns:p15="http://schemas.microsoft.com/office/powerpoint/2012/main">
        <p15:guide id="13" orient="horz" pos="1612" userDrawn="1">
          <p15:clr>
            <a:srgbClr val="FBAE40"/>
          </p15:clr>
        </p15:guide>
        <p15:guide id="14" orient="horz" pos="244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parator Basic 2r">
    <p:bg>
      <p:bgPr>
        <a:solidFill>
          <a:schemeClr val="tx1"/>
        </a:solidFill>
        <a:effectLst/>
      </p:bgPr>
    </p:bg>
    <p:spTree>
      <p:nvGrpSpPr>
        <p:cNvPr id="1" name=""/>
        <p:cNvGrpSpPr/>
        <p:nvPr/>
      </p:nvGrpSpPr>
      <p:grpSpPr>
        <a:xfrm>
          <a:off x="0" y="0"/>
          <a:ext cx="0" cy="0"/>
          <a:chOff x="0" y="0"/>
          <a:chExt cx="0" cy="0"/>
        </a:xfrm>
      </p:grpSpPr>
      <p:sp>
        <p:nvSpPr>
          <p:cNvPr id="7" name="Rechtwinkliges Dreieck 6">
            <a:extLst>
              <a:ext uri="{FF2B5EF4-FFF2-40B4-BE49-F238E27FC236}">
                <a16:creationId xmlns:a16="http://schemas.microsoft.com/office/drawing/2014/main" id="{C78F12D4-CCFC-C24B-A63A-1C7D592AAA82}"/>
              </a:ext>
            </a:extLst>
          </p:cNvPr>
          <p:cNvSpPr/>
          <p:nvPr userDrawn="1"/>
        </p:nvSpPr>
        <p:spPr>
          <a:xfrm rot="13500000">
            <a:off x="6440705" y="1272118"/>
            <a:ext cx="4341010" cy="434101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Textfeld 4">
            <a:extLst>
              <a:ext uri="{FF2B5EF4-FFF2-40B4-BE49-F238E27FC236}">
                <a16:creationId xmlns:a16="http://schemas.microsoft.com/office/drawing/2014/main" id="{7A7FB39C-6163-1546-8B5D-8A3C5157833C}"/>
              </a:ext>
            </a:extLst>
          </p:cNvPr>
          <p:cNvSpPr txBox="1"/>
          <p:nvPr userDrawn="1"/>
        </p:nvSpPr>
        <p:spPr>
          <a:xfrm>
            <a:off x="227013" y="92075"/>
            <a:ext cx="7777162" cy="6670675"/>
          </a:xfrm>
          <a:prstGeom prst="rect">
            <a:avLst/>
          </a:prstGeom>
          <a:noFill/>
        </p:spPr>
        <p:txBody>
          <a:bodyPr wrap="square" lIns="36000" rtlCol="0" anchor="ctr" anchorCtr="0">
            <a:noAutofit/>
          </a:bodyPr>
          <a:lstStyle/>
          <a:p>
            <a:pPr>
              <a:lnSpc>
                <a:spcPct val="90000"/>
              </a:lnSpc>
            </a:pPr>
            <a:r>
              <a:rPr lang="en-US" sz="16000" noProof="0">
                <a:solidFill>
                  <a:schemeClr val="bg1"/>
                </a:solidFill>
              </a:rPr>
              <a:t>Basic</a:t>
            </a:r>
            <a:br>
              <a:rPr lang="en-US" sz="16000" noProof="0">
                <a:solidFill>
                  <a:schemeClr val="bg1"/>
                </a:solidFill>
              </a:rPr>
            </a:br>
            <a:r>
              <a:rPr lang="en-US" sz="16000" noProof="0">
                <a:solidFill>
                  <a:schemeClr val="bg1"/>
                </a:solidFill>
              </a:rPr>
              <a:t>Text</a:t>
            </a:r>
          </a:p>
        </p:txBody>
      </p:sp>
      <p:sp>
        <p:nvSpPr>
          <p:cNvPr id="8" name="Textfeld 7">
            <a:extLst>
              <a:ext uri="{FF2B5EF4-FFF2-40B4-BE49-F238E27FC236}">
                <a16:creationId xmlns:a16="http://schemas.microsoft.com/office/drawing/2014/main" id="{B2BC5C4B-7785-BF4A-94C7-F5F25E823FBD}"/>
              </a:ext>
            </a:extLst>
          </p:cNvPr>
          <p:cNvSpPr txBox="1"/>
          <p:nvPr userDrawn="1"/>
        </p:nvSpPr>
        <p:spPr>
          <a:xfrm>
            <a:off x="9561124" y="5714135"/>
            <a:ext cx="2318905" cy="1200329"/>
          </a:xfrm>
          <a:prstGeom prst="rect">
            <a:avLst/>
          </a:prstGeom>
          <a:noFill/>
        </p:spPr>
        <p:txBody>
          <a:bodyPr wrap="square" lIns="36000" rtlCol="0">
            <a:spAutoFit/>
          </a:bodyPr>
          <a:lstStyle/>
          <a:p>
            <a:r>
              <a:rPr lang="en-US" noProof="0">
                <a:solidFill>
                  <a:schemeClr val="bg1"/>
                </a:solidFill>
              </a:rPr>
              <a:t>Slide is for sorting purposes only - not for use!
</a:t>
            </a:r>
          </a:p>
        </p:txBody>
      </p:sp>
    </p:spTree>
    <p:extLst>
      <p:ext uri="{BB962C8B-B14F-4D97-AF65-F5344CB8AC3E}">
        <p14:creationId xmlns:p14="http://schemas.microsoft.com/office/powerpoint/2010/main" val="63280032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Text | 1 Column ">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GB" dirty="0"/>
              <a:t>Tom Morgenstern</a:t>
            </a:r>
            <a:r>
              <a:rPr lang="en-US" dirty="0"/>
              <a:t> and Tianxiang Lu</a:t>
            </a:r>
            <a:endParaRPr lang="en-GB" dirty="0"/>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442913" y="1520825"/>
            <a:ext cx="846137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itel 1">
            <a:extLst>
              <a:ext uri="{FF2B5EF4-FFF2-40B4-BE49-F238E27FC236}">
                <a16:creationId xmlns:a16="http://schemas.microsoft.com/office/drawing/2014/main" id="{7C7B3EE2-ADD7-A048-B871-4153C8945CC8}"/>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a:t>
            </a:r>
          </a:p>
        </p:txBody>
      </p:sp>
      <p:sp>
        <p:nvSpPr>
          <p:cNvPr id="9" name="Textplatzhalter 10">
            <a:extLst>
              <a:ext uri="{FF2B5EF4-FFF2-40B4-BE49-F238E27FC236}">
                <a16:creationId xmlns:a16="http://schemas.microsoft.com/office/drawing/2014/main" id="{02CA960F-0ED8-4840-82E5-F1429D055B23}"/>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dirty="0"/>
              <a:t>Source</a:t>
            </a:r>
          </a:p>
        </p:txBody>
      </p:sp>
    </p:spTree>
    <p:extLst>
      <p:ext uri="{BB962C8B-B14F-4D97-AF65-F5344CB8AC3E}">
        <p14:creationId xmlns:p14="http://schemas.microsoft.com/office/powerpoint/2010/main" val="181336830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Text | 2 Columns">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3FCE1E22-3AFB-7041-A165-C9D71668285E}"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5" name="Titel 1">
            <a:extLst>
              <a:ext uri="{FF2B5EF4-FFF2-40B4-BE49-F238E27FC236}">
                <a16:creationId xmlns:a16="http://schemas.microsoft.com/office/drawing/2014/main" id="{8E8AA2D5-69A5-FC4A-9601-75A0270BA72A}"/>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
</a:t>
            </a:r>
          </a:p>
        </p:txBody>
      </p:sp>
      <p:sp>
        <p:nvSpPr>
          <p:cNvPr id="10" name="Inhaltsplatzhalter 2">
            <a:extLst>
              <a:ext uri="{FF2B5EF4-FFF2-40B4-BE49-F238E27FC236}">
                <a16:creationId xmlns:a16="http://schemas.microsoft.com/office/drawing/2014/main" id="{6FA8D7B4-2C2D-C94A-871A-AB800339FD1F}"/>
              </a:ext>
            </a:extLst>
          </p:cNvPr>
          <p:cNvSpPr>
            <a:spLocks noGrp="1"/>
          </p:cNvSpPr>
          <p:nvPr>
            <p:ph idx="24" hasCustomPrompt="1"/>
          </p:nvPr>
        </p:nvSpPr>
        <p:spPr>
          <a:xfrm>
            <a:off x="442913" y="1520825"/>
            <a:ext cx="5400001"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Inhaltsplatzhalter 2">
            <a:extLst>
              <a:ext uri="{FF2B5EF4-FFF2-40B4-BE49-F238E27FC236}">
                <a16:creationId xmlns:a16="http://schemas.microsoft.com/office/drawing/2014/main" id="{B3EBBF95-8FC1-4749-94B5-AF11A834D6CC}"/>
              </a:ext>
            </a:extLst>
          </p:cNvPr>
          <p:cNvSpPr>
            <a:spLocks noGrp="1"/>
          </p:cNvSpPr>
          <p:nvPr>
            <p:ph idx="25" hasCustomPrompt="1"/>
          </p:nvPr>
        </p:nvSpPr>
        <p:spPr>
          <a:xfrm>
            <a:off x="6105583" y="1520825"/>
            <a:ext cx="5400001"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platzhalter 10">
            <a:extLst>
              <a:ext uri="{FF2B5EF4-FFF2-40B4-BE49-F238E27FC236}">
                <a16:creationId xmlns:a16="http://schemas.microsoft.com/office/drawing/2014/main" id="{9425FDFF-58E1-C341-BF1F-4DBA1D4899A1}"/>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Tree>
    <p:extLst>
      <p:ext uri="{BB962C8B-B14F-4D97-AF65-F5344CB8AC3E}">
        <p14:creationId xmlns:p14="http://schemas.microsoft.com/office/powerpoint/2010/main" val="228103247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ext | 3 Columns">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C1F6E0D2-EE34-EA4B-A3FA-4E5E952E1C17}"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8" name="Titel 1">
            <a:extLst>
              <a:ext uri="{FF2B5EF4-FFF2-40B4-BE49-F238E27FC236}">
                <a16:creationId xmlns:a16="http://schemas.microsoft.com/office/drawing/2014/main" id="{3EE8C08E-D435-8348-9302-041899BC9A6F}"/>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
</a:t>
            </a:r>
          </a:p>
        </p:txBody>
      </p:sp>
      <p:sp>
        <p:nvSpPr>
          <p:cNvPr id="11" name="Inhaltsplatzhalter 2">
            <a:extLst>
              <a:ext uri="{FF2B5EF4-FFF2-40B4-BE49-F238E27FC236}">
                <a16:creationId xmlns:a16="http://schemas.microsoft.com/office/drawing/2014/main" id="{8CEE1922-01B4-FF47-BF6E-9C700F4C5378}"/>
              </a:ext>
            </a:extLst>
          </p:cNvPr>
          <p:cNvSpPr>
            <a:spLocks noGrp="1"/>
          </p:cNvSpPr>
          <p:nvPr>
            <p:ph idx="25" hasCustomPrompt="1"/>
          </p:nvPr>
        </p:nvSpPr>
        <p:spPr>
          <a:xfrm>
            <a:off x="442913" y="1520825"/>
            <a:ext cx="352682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Inhaltsplatzhalter 2">
            <a:extLst>
              <a:ext uri="{FF2B5EF4-FFF2-40B4-BE49-F238E27FC236}">
                <a16:creationId xmlns:a16="http://schemas.microsoft.com/office/drawing/2014/main" id="{03D847EB-B85A-3547-8699-C23F392684E0}"/>
              </a:ext>
            </a:extLst>
          </p:cNvPr>
          <p:cNvSpPr>
            <a:spLocks noGrp="1"/>
          </p:cNvSpPr>
          <p:nvPr>
            <p:ph idx="26" hasCustomPrompt="1"/>
          </p:nvPr>
        </p:nvSpPr>
        <p:spPr>
          <a:xfrm>
            <a:off x="4231141" y="1520825"/>
            <a:ext cx="3485697"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Inhaltsplatzhalter 2">
            <a:extLst>
              <a:ext uri="{FF2B5EF4-FFF2-40B4-BE49-F238E27FC236}">
                <a16:creationId xmlns:a16="http://schemas.microsoft.com/office/drawing/2014/main" id="{48BED5C3-5E94-A544-96CC-6B8D827B032A}"/>
              </a:ext>
            </a:extLst>
          </p:cNvPr>
          <p:cNvSpPr>
            <a:spLocks noGrp="1"/>
          </p:cNvSpPr>
          <p:nvPr>
            <p:ph idx="27" hasCustomPrompt="1"/>
          </p:nvPr>
        </p:nvSpPr>
        <p:spPr>
          <a:xfrm>
            <a:off x="7967662" y="1520825"/>
            <a:ext cx="352682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9E4A8F77-A29B-A84B-96A2-6593D7D2E6B4}"/>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Tree>
    <p:extLst>
      <p:ext uri="{BB962C8B-B14F-4D97-AF65-F5344CB8AC3E}">
        <p14:creationId xmlns:p14="http://schemas.microsoft.com/office/powerpoint/2010/main" val="2479976365"/>
      </p:ext>
    </p:extLst>
  </p:cSld>
  <p:clrMapOvr>
    <a:masterClrMapping/>
  </p:clrMapOvr>
  <p:extLst>
    <p:ext uri="{DCECCB84-F9BA-43D5-87BE-67443E8EF086}">
      <p15:sldGuideLst xmlns:p15="http://schemas.microsoft.com/office/powerpoint/2012/main">
        <p15:guide id="1" pos="486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ext | 1 Image">
    <p:spTree>
      <p:nvGrpSpPr>
        <p:cNvPr id="1" name=""/>
        <p:cNvGrpSpPr/>
        <p:nvPr/>
      </p:nvGrpSpPr>
      <p:grpSpPr>
        <a:xfrm>
          <a:off x="0" y="0"/>
          <a:ext cx="0" cy="0"/>
          <a:chOff x="0" y="0"/>
          <a:chExt cx="0" cy="0"/>
        </a:xfrm>
      </p:grpSpPr>
      <p:sp>
        <p:nvSpPr>
          <p:cNvPr id="17" name="Bildplatzhalter 16">
            <a:extLst>
              <a:ext uri="{FF2B5EF4-FFF2-40B4-BE49-F238E27FC236}">
                <a16:creationId xmlns:a16="http://schemas.microsoft.com/office/drawing/2014/main" id="{FF6A85E6-9499-1E4B-B966-0FD1D06C7C36}"/>
              </a:ext>
            </a:extLst>
          </p:cNvPr>
          <p:cNvSpPr>
            <a:spLocks noGrp="1"/>
          </p:cNvSpPr>
          <p:nvPr>
            <p:ph type="pic" sz="quarter" idx="14" hasCustomPrompt="1"/>
          </p:nvPr>
        </p:nvSpPr>
        <p:spPr>
          <a:xfrm>
            <a:off x="5159374" y="1586208"/>
            <a:ext cx="7032625" cy="4722518"/>
          </a:xfrm>
          <a:custGeom>
            <a:avLst/>
            <a:gdLst>
              <a:gd name="connsiteX0" fmla="*/ 0 w 7032625"/>
              <a:gd name="connsiteY0" fmla="*/ 0 h 4824412"/>
              <a:gd name="connsiteX1" fmla="*/ 7032625 w 7032625"/>
              <a:gd name="connsiteY1" fmla="*/ 0 h 4824412"/>
              <a:gd name="connsiteX2" fmla="*/ 7032625 w 7032625"/>
              <a:gd name="connsiteY2" fmla="*/ 4824412 h 4824412"/>
              <a:gd name="connsiteX3" fmla="*/ 0 w 7032625"/>
              <a:gd name="connsiteY3" fmla="*/ 4824412 h 4824412"/>
              <a:gd name="connsiteX4" fmla="*/ 0 w 7032625"/>
              <a:gd name="connsiteY4" fmla="*/ 0 h 4824412"/>
              <a:gd name="connsiteX0" fmla="*/ 333060 w 7032625"/>
              <a:gd name="connsiteY0" fmla="*/ 0 h 4830467"/>
              <a:gd name="connsiteX1" fmla="*/ 7032625 w 7032625"/>
              <a:gd name="connsiteY1" fmla="*/ 6055 h 4830467"/>
              <a:gd name="connsiteX2" fmla="*/ 7032625 w 7032625"/>
              <a:gd name="connsiteY2" fmla="*/ 4830467 h 4830467"/>
              <a:gd name="connsiteX3" fmla="*/ 0 w 7032625"/>
              <a:gd name="connsiteY3" fmla="*/ 4830467 h 4830467"/>
              <a:gd name="connsiteX4" fmla="*/ 333060 w 7032625"/>
              <a:gd name="connsiteY4" fmla="*/ 0 h 4830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2625" h="4830467">
                <a:moveTo>
                  <a:pt x="333060" y="0"/>
                </a:moveTo>
                <a:lnTo>
                  <a:pt x="7032625" y="6055"/>
                </a:lnTo>
                <a:lnTo>
                  <a:pt x="7032625" y="4830467"/>
                </a:lnTo>
                <a:lnTo>
                  <a:pt x="0" y="4830467"/>
                </a:lnTo>
                <a:lnTo>
                  <a:pt x="333060" y="0"/>
                </a:lnTo>
                <a:close/>
              </a:path>
            </a:pathLst>
          </a:custGeom>
          <a:pattFill prst="ltUpDiag">
            <a:fgClr>
              <a:schemeClr val="bg2"/>
            </a:fgClr>
            <a:bgClr>
              <a:schemeClr val="bg1"/>
            </a:bgClr>
          </a:pattFill>
        </p:spPr>
        <p:txBody>
          <a:bodyPr wrap="square" tIns="1800000">
            <a:noAutofit/>
          </a:bodyPr>
          <a:lstStyle>
            <a:lvl1pPr marL="0" marR="0" indent="0" algn="ctr" defTabSz="914400" rtl="0" eaLnBrk="1" fontAlgn="auto" latinLnBrk="0" hangingPunct="1">
              <a:lnSpc>
                <a:spcPct val="120000"/>
              </a:lnSpc>
              <a:spcBef>
                <a:spcPts val="0"/>
              </a:spcBef>
              <a:spcAft>
                <a:spcPts val="1000"/>
              </a:spcAft>
              <a:buClr>
                <a:schemeClr val="accent5"/>
              </a:buClr>
              <a:buSzPct val="120000"/>
              <a:buFont typeface="Symbol" pitchFamily="2" charset="2"/>
              <a:buNone/>
              <a:tabLst/>
              <a:defRPr/>
            </a:lvl1pPr>
          </a:lstStyle>
          <a:p>
            <a:pPr marL="0" marR="0" lvl="0" indent="0" algn="ctr" defTabSz="914400" rtl="0" eaLnBrk="1" fontAlgn="auto" latinLnBrk="0" hangingPunct="1">
              <a:lnSpc>
                <a:spcPct val="120000"/>
              </a:lnSpc>
              <a:spcBef>
                <a:spcPts val="0"/>
              </a:spcBef>
              <a:spcAft>
                <a:spcPts val="1000"/>
              </a:spcAft>
              <a:buClr>
                <a:schemeClr val="accent5"/>
              </a:buClr>
              <a:buSzPct val="120000"/>
              <a:buFont typeface="Symbol" pitchFamily="2" charset="2"/>
              <a:buNone/>
              <a:tabLst/>
              <a:defRPr/>
            </a:pPr>
            <a:r>
              <a:rPr lang="en-US" noProof="0"/>
              <a:t> Image by clicking Add Icon
</a:t>
            </a:r>
          </a:p>
        </p:txBody>
      </p:sp>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51A74134-60D5-7F4D-B1D8-DEC9F64753C6}"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6" name="Titel 1">
            <a:extLst>
              <a:ext uri="{FF2B5EF4-FFF2-40B4-BE49-F238E27FC236}">
                <a16:creationId xmlns:a16="http://schemas.microsoft.com/office/drawing/2014/main" id="{7C67EDD6-9114-6E41-98FC-E994DB2A5C60}"/>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
</a:t>
            </a:r>
          </a:p>
        </p:txBody>
      </p:sp>
      <p:sp>
        <p:nvSpPr>
          <p:cNvPr id="8" name="Inhaltsplatzhalter 2">
            <a:extLst>
              <a:ext uri="{FF2B5EF4-FFF2-40B4-BE49-F238E27FC236}">
                <a16:creationId xmlns:a16="http://schemas.microsoft.com/office/drawing/2014/main" id="{E94947F8-FBDA-8B48-912A-AAA79D156ED0}"/>
              </a:ext>
            </a:extLst>
          </p:cNvPr>
          <p:cNvSpPr>
            <a:spLocks noGrp="1"/>
          </p:cNvSpPr>
          <p:nvPr>
            <p:ph idx="25" hasCustomPrompt="1"/>
          </p:nvPr>
        </p:nvSpPr>
        <p:spPr>
          <a:xfrm>
            <a:off x="442913" y="1520825"/>
            <a:ext cx="352682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39511C1E-E4EC-9949-824F-88160B6999BF}"/>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Tree>
    <p:extLst>
      <p:ext uri="{BB962C8B-B14F-4D97-AF65-F5344CB8AC3E}">
        <p14:creationId xmlns:p14="http://schemas.microsoft.com/office/powerpoint/2010/main" val="401415834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sic Text | 2 Images">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04CAA61E-7AEC-D342-8104-4DFD59E7350E}"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5"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8904288" y="1592263"/>
            <a:ext cx="2844800" cy="2005200"/>
          </a:xfrm>
          <a:prstGeom prst="rect">
            <a:avLst/>
          </a:prstGeom>
          <a:pattFill prst="ltUpDiag">
            <a:fgClr>
              <a:schemeClr val="bg2"/>
            </a:fgClr>
            <a:bgClr>
              <a:schemeClr val="bg1"/>
            </a:bgClr>
          </a:pattFill>
        </p:spPr>
        <p:txBody>
          <a:bodyPr/>
          <a:lstStyle>
            <a:lvl1pPr marL="0" indent="0">
              <a:buNone/>
              <a:defRPr/>
            </a:lvl1pPr>
          </a:lstStyle>
          <a:p>
            <a:r>
              <a:rPr lang="en-US" noProof="0"/>
              <a:t> Image by clicking Add Icon
</a:t>
            </a:r>
          </a:p>
        </p:txBody>
      </p:sp>
      <p:sp>
        <p:nvSpPr>
          <p:cNvPr id="16" name="Bildplatzhalter 14">
            <a:extLst>
              <a:ext uri="{FF2B5EF4-FFF2-40B4-BE49-F238E27FC236}">
                <a16:creationId xmlns:a16="http://schemas.microsoft.com/office/drawing/2014/main" id="{FC789AD0-D5A0-2F43-8A2B-8D5E9F65A1C9}"/>
              </a:ext>
            </a:extLst>
          </p:cNvPr>
          <p:cNvSpPr>
            <a:spLocks noGrp="1"/>
          </p:cNvSpPr>
          <p:nvPr>
            <p:ph type="pic" sz="quarter" idx="23" hasCustomPrompt="1"/>
          </p:nvPr>
        </p:nvSpPr>
        <p:spPr>
          <a:xfrm>
            <a:off x="8904288" y="3848624"/>
            <a:ext cx="2844800" cy="2005200"/>
          </a:xfrm>
          <a:prstGeom prst="rect">
            <a:avLst/>
          </a:prstGeom>
          <a:pattFill prst="ltUpDiag">
            <a:fgClr>
              <a:schemeClr val="bg2"/>
            </a:fgClr>
            <a:bgClr>
              <a:schemeClr val="bg1"/>
            </a:bgClr>
          </a:pattFill>
        </p:spPr>
        <p:txBody>
          <a:bodyPr/>
          <a:lstStyle>
            <a:lvl1pPr marL="0" indent="0">
              <a:buNone/>
              <a:defRPr/>
            </a:lvl1pPr>
          </a:lstStyle>
          <a:p>
            <a:r>
              <a:rPr lang="en-US" noProof="0"/>
              <a:t>  Image by clicking Add Icon</a:t>
            </a:r>
          </a:p>
        </p:txBody>
      </p:sp>
      <p:sp>
        <p:nvSpPr>
          <p:cNvPr id="19" name="Titel 1">
            <a:extLst>
              <a:ext uri="{FF2B5EF4-FFF2-40B4-BE49-F238E27FC236}">
                <a16:creationId xmlns:a16="http://schemas.microsoft.com/office/drawing/2014/main" id="{FF4F8E0B-0E1B-9A42-8413-470B8F8BDD85}"/>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
</a:t>
            </a:r>
          </a:p>
        </p:txBody>
      </p:sp>
      <p:sp>
        <p:nvSpPr>
          <p:cNvPr id="11" name="Inhaltsplatzhalter 2">
            <a:extLst>
              <a:ext uri="{FF2B5EF4-FFF2-40B4-BE49-F238E27FC236}">
                <a16:creationId xmlns:a16="http://schemas.microsoft.com/office/drawing/2014/main" id="{DF5709A2-5D8F-A94B-B9A5-B4AEF376D6D4}"/>
              </a:ext>
            </a:extLst>
          </p:cNvPr>
          <p:cNvSpPr>
            <a:spLocks noGrp="1"/>
          </p:cNvSpPr>
          <p:nvPr>
            <p:ph idx="1" hasCustomPrompt="1"/>
          </p:nvPr>
        </p:nvSpPr>
        <p:spPr>
          <a:xfrm>
            <a:off x="442913" y="1520825"/>
            <a:ext cx="8167687"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286E18B9-E283-2344-9E0E-F2439421D5CE}"/>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Tree>
    <p:extLst>
      <p:ext uri="{BB962C8B-B14F-4D97-AF65-F5344CB8AC3E}">
        <p14:creationId xmlns:p14="http://schemas.microsoft.com/office/powerpoint/2010/main" val="410924219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sic Text | Marginal Column Smal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7" name="Titel 1">
            <a:extLst>
              <a:ext uri="{FF2B5EF4-FFF2-40B4-BE49-F238E27FC236}">
                <a16:creationId xmlns:a16="http://schemas.microsoft.com/office/drawing/2014/main" id="{7C7B3EE2-ADD7-A048-B871-4153C8945CC8}"/>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
</a:t>
            </a:r>
          </a:p>
        </p:txBody>
      </p:sp>
      <p:sp>
        <p:nvSpPr>
          <p:cNvPr id="9" name="Inhaltsplatzhalter 2">
            <a:extLst>
              <a:ext uri="{FF2B5EF4-FFF2-40B4-BE49-F238E27FC236}">
                <a16:creationId xmlns:a16="http://schemas.microsoft.com/office/drawing/2014/main" id="{04152549-438A-334C-8823-E91EF0ACD4E4}"/>
              </a:ext>
            </a:extLst>
          </p:cNvPr>
          <p:cNvSpPr>
            <a:spLocks noGrp="1"/>
          </p:cNvSpPr>
          <p:nvPr>
            <p:ph idx="1" hasCustomPrompt="1"/>
          </p:nvPr>
        </p:nvSpPr>
        <p:spPr>
          <a:xfrm>
            <a:off x="442913" y="1520825"/>
            <a:ext cx="846137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Inhaltsplatzhalter 2">
            <a:extLst>
              <a:ext uri="{FF2B5EF4-FFF2-40B4-BE49-F238E27FC236}">
                <a16:creationId xmlns:a16="http://schemas.microsoft.com/office/drawing/2014/main" id="{5D7279A3-B270-3448-994E-B8D471497664}"/>
              </a:ext>
            </a:extLst>
          </p:cNvPr>
          <p:cNvSpPr>
            <a:spLocks noGrp="1"/>
          </p:cNvSpPr>
          <p:nvPr>
            <p:ph idx="14" hasCustomPrompt="1"/>
          </p:nvPr>
        </p:nvSpPr>
        <p:spPr>
          <a:xfrm>
            <a:off x="9838800" y="1522800"/>
            <a:ext cx="1908174" cy="4787900"/>
          </a:xfrm>
          <a:prstGeom prst="rect">
            <a:avLst/>
          </a:prstGeom>
        </p:spPr>
        <p:txBody>
          <a:bodyPr>
            <a:noAutofit/>
          </a:bodyPr>
          <a:lstStyle>
            <a:lvl1pPr>
              <a:spcAft>
                <a:spcPts val="400"/>
              </a:spcAft>
              <a:buClr>
                <a:schemeClr val="accent5"/>
              </a:buClr>
              <a:buSzPct val="120000"/>
              <a:buFont typeface="Symbol" pitchFamily="2" charset="2"/>
              <a:buChar char="-"/>
              <a:defRPr sz="1200"/>
            </a:lvl1pPr>
            <a:lvl2pPr>
              <a:spcAft>
                <a:spcPts val="400"/>
              </a:spcAft>
              <a:buClr>
                <a:schemeClr val="accent5"/>
              </a:buClr>
              <a:buSzPct val="120000"/>
              <a:buFont typeface="Symbol" pitchFamily="2" charset="2"/>
              <a:buChar char="-"/>
              <a:defRPr sz="12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2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200"/>
            </a:lvl4pPr>
            <a:lvl5pPr>
              <a:spcAft>
                <a:spcPts val="400"/>
              </a:spcAft>
              <a:buClr>
                <a:schemeClr val="accent5"/>
              </a:buClr>
              <a:buSzPct val="120000"/>
              <a:buFont typeface="Symbol" pitchFamily="2" charset="2"/>
              <a:buChar char="-"/>
              <a:defRPr sz="12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119183FA-8A1F-8143-86A1-49C864C53E41}"/>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Tree>
    <p:extLst>
      <p:ext uri="{BB962C8B-B14F-4D97-AF65-F5344CB8AC3E}">
        <p14:creationId xmlns:p14="http://schemas.microsoft.com/office/powerpoint/2010/main" val="89684983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sic Text | Marginal Column Wid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7" name="Titel 1">
            <a:extLst>
              <a:ext uri="{FF2B5EF4-FFF2-40B4-BE49-F238E27FC236}">
                <a16:creationId xmlns:a16="http://schemas.microsoft.com/office/drawing/2014/main" id="{7C7B3EE2-ADD7-A048-B871-4153C8945CC8}"/>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
</a:t>
            </a:r>
          </a:p>
        </p:txBody>
      </p:sp>
      <p:sp>
        <p:nvSpPr>
          <p:cNvPr id="9" name="Inhaltsplatzhalter 2">
            <a:extLst>
              <a:ext uri="{FF2B5EF4-FFF2-40B4-BE49-F238E27FC236}">
                <a16:creationId xmlns:a16="http://schemas.microsoft.com/office/drawing/2014/main" id="{AD3521BC-72ED-8044-8717-90826C52B5D7}"/>
              </a:ext>
            </a:extLst>
          </p:cNvPr>
          <p:cNvSpPr>
            <a:spLocks noGrp="1"/>
          </p:cNvSpPr>
          <p:nvPr>
            <p:ph idx="1" hasCustomPrompt="1"/>
          </p:nvPr>
        </p:nvSpPr>
        <p:spPr>
          <a:xfrm>
            <a:off x="442914" y="1520825"/>
            <a:ext cx="7524750"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dirty="0"/>
              <a:t>Edit master text format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Inhaltsplatzhalter 2">
            <a:extLst>
              <a:ext uri="{FF2B5EF4-FFF2-40B4-BE49-F238E27FC236}">
                <a16:creationId xmlns:a16="http://schemas.microsoft.com/office/drawing/2014/main" id="{7EEF3993-E23F-4944-95B1-E2510CEEC355}"/>
              </a:ext>
            </a:extLst>
          </p:cNvPr>
          <p:cNvSpPr>
            <a:spLocks noGrp="1"/>
          </p:cNvSpPr>
          <p:nvPr>
            <p:ph idx="14" hasCustomPrompt="1"/>
          </p:nvPr>
        </p:nvSpPr>
        <p:spPr>
          <a:xfrm>
            <a:off x="8904288" y="1522800"/>
            <a:ext cx="2842686" cy="4787900"/>
          </a:xfrm>
          <a:prstGeom prst="rect">
            <a:avLst/>
          </a:prstGeom>
        </p:spPr>
        <p:txBody>
          <a:bodyPr>
            <a:noAutofit/>
          </a:bodyPr>
          <a:lstStyle>
            <a:lvl1pPr>
              <a:spcAft>
                <a:spcPts val="400"/>
              </a:spcAft>
              <a:buClr>
                <a:schemeClr val="accent5"/>
              </a:buClr>
              <a:buSzPct val="120000"/>
              <a:buFont typeface="Symbol" pitchFamily="2" charset="2"/>
              <a:buChar char="-"/>
              <a:defRPr sz="1200"/>
            </a:lvl1pPr>
            <a:lvl2pPr>
              <a:spcAft>
                <a:spcPts val="400"/>
              </a:spcAft>
              <a:buClr>
                <a:schemeClr val="accent5"/>
              </a:buClr>
              <a:buSzPct val="120000"/>
              <a:buFont typeface="Symbol" pitchFamily="2" charset="2"/>
              <a:buChar char="-"/>
              <a:defRPr sz="12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2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200"/>
            </a:lvl4pPr>
            <a:lvl5pPr>
              <a:spcAft>
                <a:spcPts val="400"/>
              </a:spcAft>
              <a:buClr>
                <a:schemeClr val="accent5"/>
              </a:buClr>
              <a:buSzPct val="120000"/>
              <a:buFont typeface="Symbol" pitchFamily="2" charset="2"/>
              <a:buChar char="-"/>
              <a:defRPr sz="12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platzhalter 10">
            <a:extLst>
              <a:ext uri="{FF2B5EF4-FFF2-40B4-BE49-F238E27FC236}">
                <a16:creationId xmlns:a16="http://schemas.microsoft.com/office/drawing/2014/main" id="{C959CD7F-54BE-A74F-B9EE-AAD787004EFE}"/>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Tree>
    <p:extLst>
      <p:ext uri="{BB962C8B-B14F-4D97-AF65-F5344CB8AC3E}">
        <p14:creationId xmlns:p14="http://schemas.microsoft.com/office/powerpoint/2010/main" val="135521168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asic Text | 1 Column | Number">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442913" y="1520825"/>
            <a:ext cx="846137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itel 1">
            <a:extLst>
              <a:ext uri="{FF2B5EF4-FFF2-40B4-BE49-F238E27FC236}">
                <a16:creationId xmlns:a16="http://schemas.microsoft.com/office/drawing/2014/main" id="{7C7B3EE2-ADD7-A048-B871-4153C8945CC8}"/>
              </a:ext>
            </a:extLst>
          </p:cNvPr>
          <p:cNvSpPr>
            <a:spLocks noGrp="1"/>
          </p:cNvSpPr>
          <p:nvPr>
            <p:ph type="title" hasCustomPrompt="1"/>
          </p:nvPr>
        </p:nvSpPr>
        <p:spPr>
          <a:xfrm>
            <a:off x="1735200" y="450000"/>
            <a:ext cx="7169088" cy="830997"/>
          </a:xfrm>
          <a:prstGeom prst="rect">
            <a:avLst/>
          </a:prstGeom>
          <a:noFill/>
        </p:spPr>
        <p:txBody>
          <a:bodyPr wrap="square" lIns="0" tIns="0" rIns="0" bIns="0">
            <a:noAutofit/>
          </a:bodyPr>
          <a:lstStyle/>
          <a:p>
            <a:r>
              <a:rPr lang="en-US" noProof="0"/>
              <a:t>Edit master title format</a:t>
            </a:r>
            <a:br>
              <a:rPr lang="en-US" noProof="0"/>
            </a:br>
            <a:r>
              <a:rPr lang="en-US" noProof="0"/>
              <a:t>One/two-line</a:t>
            </a:r>
          </a:p>
        </p:txBody>
      </p:sp>
      <p:sp>
        <p:nvSpPr>
          <p:cNvPr id="9" name="Textplatzhalter 10">
            <a:extLst>
              <a:ext uri="{FF2B5EF4-FFF2-40B4-BE49-F238E27FC236}">
                <a16:creationId xmlns:a16="http://schemas.microsoft.com/office/drawing/2014/main" id="{02CA960F-0ED8-4840-82E5-F1429D055B23}"/>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0" name="Textplatzhalter 3">
            <a:extLst>
              <a:ext uri="{FF2B5EF4-FFF2-40B4-BE49-F238E27FC236}">
                <a16:creationId xmlns:a16="http://schemas.microsoft.com/office/drawing/2014/main" id="{3DF3119B-1E3A-714E-AD65-7B273B84A7FF}"/>
              </a:ext>
            </a:extLst>
          </p:cNvPr>
          <p:cNvSpPr>
            <a:spLocks noGrp="1"/>
          </p:cNvSpPr>
          <p:nvPr>
            <p:ph type="body" sz="quarter" idx="22" hasCustomPrompt="1"/>
          </p:nvPr>
        </p:nvSpPr>
        <p:spPr>
          <a:xfrm>
            <a:off x="420879" y="0"/>
            <a:ext cx="936625" cy="1279671"/>
          </a:xfrm>
          <a:noFill/>
        </p:spPr>
        <p:txBody>
          <a:bodyPr wrap="none" lIns="0" tIns="251999" rIns="0" bIns="0" anchor="t" anchorCtr="0">
            <a:noAutofit/>
          </a:bodyPr>
          <a:lstStyle>
            <a:lvl1pPr marL="0" indent="0" fontAlgn="t">
              <a:lnSpc>
                <a:spcPct val="100000"/>
              </a:lnSpc>
              <a:spcAft>
                <a:spcPts val="0"/>
              </a:spcAft>
              <a:buNone/>
              <a:defRPr lang="de-DE" sz="6600" b="1" i="0" kern="1200" baseline="0" dirty="0">
                <a:solidFill>
                  <a:schemeClr val="tx2"/>
                </a:solidFill>
                <a:latin typeface="Source Serif Pro" charset="0"/>
                <a:ea typeface="Source Serif Pro" charset="0"/>
                <a:cs typeface="Source Serif Pro" charset="0"/>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dirty="0"/>
              <a:t>01</a:t>
            </a:r>
          </a:p>
        </p:txBody>
      </p:sp>
    </p:spTree>
    <p:extLst>
      <p:ext uri="{BB962C8B-B14F-4D97-AF65-F5344CB8AC3E}">
        <p14:creationId xmlns:p14="http://schemas.microsoft.com/office/powerpoint/2010/main" val="42942700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asic Text | 1 Column | Ico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3287713" y="1520825"/>
            <a:ext cx="8461375" cy="4787900"/>
          </a:xfrm>
          <a:prstGeom prst="rect">
            <a:avLst/>
          </a:prstGeom>
        </p:spPr>
        <p:txBody>
          <a:bodyPr anchor="ctr" anchorCtr="0">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itel 1">
            <a:extLst>
              <a:ext uri="{FF2B5EF4-FFF2-40B4-BE49-F238E27FC236}">
                <a16:creationId xmlns:a16="http://schemas.microsoft.com/office/drawing/2014/main" id="{7C7B3EE2-ADD7-A048-B871-4153C8945CC8}"/>
              </a:ext>
            </a:extLst>
          </p:cNvPr>
          <p:cNvSpPr>
            <a:spLocks noGrp="1"/>
          </p:cNvSpPr>
          <p:nvPr>
            <p:ph type="title" hasCustomPrompt="1"/>
          </p:nvPr>
        </p:nvSpPr>
        <p:spPr>
          <a:xfrm>
            <a:off x="420792" y="446959"/>
            <a:ext cx="8483496" cy="830997"/>
          </a:xfrm>
          <a:prstGeom prst="rect">
            <a:avLst/>
          </a:prstGeom>
          <a:noFill/>
        </p:spPr>
        <p:txBody>
          <a:bodyPr wrap="square" lIns="0" tIns="0" rIns="0" bIns="0">
            <a:noAutofit/>
          </a:bodyPr>
          <a:lstStyle/>
          <a:p>
            <a:r>
              <a:rPr lang="en-US" noProof="0"/>
              <a:t>Edit master title format</a:t>
            </a:r>
            <a:br>
              <a:rPr lang="en-US" noProof="0"/>
            </a:br>
            <a:r>
              <a:rPr lang="en-US" noProof="0"/>
              <a:t>One/two-line</a:t>
            </a:r>
          </a:p>
        </p:txBody>
      </p:sp>
      <p:sp>
        <p:nvSpPr>
          <p:cNvPr id="9" name="Textplatzhalter 10">
            <a:extLst>
              <a:ext uri="{FF2B5EF4-FFF2-40B4-BE49-F238E27FC236}">
                <a16:creationId xmlns:a16="http://schemas.microsoft.com/office/drawing/2014/main" id="{02CA960F-0ED8-4840-82E5-F1429D055B23}"/>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1" name="Bildplatzhalter 14">
            <a:extLst>
              <a:ext uri="{FF2B5EF4-FFF2-40B4-BE49-F238E27FC236}">
                <a16:creationId xmlns:a16="http://schemas.microsoft.com/office/drawing/2014/main" id="{E5099D5B-F751-BD4F-A9AA-6B5C1899BF57}"/>
              </a:ext>
            </a:extLst>
          </p:cNvPr>
          <p:cNvSpPr>
            <a:spLocks noGrp="1"/>
          </p:cNvSpPr>
          <p:nvPr>
            <p:ph type="pic" sz="quarter" idx="42" hasCustomPrompt="1"/>
          </p:nvPr>
        </p:nvSpPr>
        <p:spPr>
          <a:xfrm>
            <a:off x="442913" y="2798775"/>
            <a:ext cx="2232000" cy="2232000"/>
          </a:xfrm>
          <a:pattFill prst="ltUpDiag">
            <a:fgClr>
              <a:schemeClr val="bg2"/>
            </a:fgClr>
            <a:bgClr>
              <a:schemeClr val="bg1"/>
            </a:bgClr>
          </a:pattFill>
        </p:spPr>
        <p:txBody>
          <a:bodyPr anchor="ctr" anchorCtr="0"/>
          <a:lstStyle>
            <a:lvl1pPr marL="0" indent="0" algn="ctr">
              <a:buNone/>
              <a:defRPr sz="1400"/>
            </a:lvl1pPr>
          </a:lstStyle>
          <a:p>
            <a:r>
              <a:rPr lang="en-US" noProof="0"/>
              <a:t> Image by clicking Add Icon</a:t>
            </a:r>
          </a:p>
        </p:txBody>
      </p:sp>
    </p:spTree>
    <p:extLst>
      <p:ext uri="{BB962C8B-B14F-4D97-AF65-F5344CB8AC3E}">
        <p14:creationId xmlns:p14="http://schemas.microsoft.com/office/powerpoint/2010/main" val="13769039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parator Extra 2r">
    <p:bg>
      <p:bgPr>
        <a:solidFill>
          <a:schemeClr val="tx1"/>
        </a:solidFill>
        <a:effectLst/>
      </p:bgPr>
    </p:bg>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1E03626C-221D-7141-8EED-B0B5630D09BE}"/>
              </a:ext>
            </a:extLst>
          </p:cNvPr>
          <p:cNvSpPr/>
          <p:nvPr userDrawn="1"/>
        </p:nvSpPr>
        <p:spPr>
          <a:xfrm rot="13500000">
            <a:off x="6779820" y="1272117"/>
            <a:ext cx="4341010" cy="434101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Textfeld 4">
            <a:extLst>
              <a:ext uri="{FF2B5EF4-FFF2-40B4-BE49-F238E27FC236}">
                <a16:creationId xmlns:a16="http://schemas.microsoft.com/office/drawing/2014/main" id="{7B5BCFA3-DF92-7848-A083-4FA37211AD63}"/>
              </a:ext>
            </a:extLst>
          </p:cNvPr>
          <p:cNvSpPr txBox="1"/>
          <p:nvPr userDrawn="1"/>
        </p:nvSpPr>
        <p:spPr>
          <a:xfrm>
            <a:off x="227013" y="92075"/>
            <a:ext cx="8720560" cy="6670675"/>
          </a:xfrm>
          <a:prstGeom prst="rect">
            <a:avLst/>
          </a:prstGeom>
          <a:noFill/>
        </p:spPr>
        <p:txBody>
          <a:bodyPr wrap="square" lIns="36000" rtlCol="0" anchor="ctr" anchorCtr="0">
            <a:noAutofit/>
          </a:bodyPr>
          <a:lstStyle/>
          <a:p>
            <a:pPr>
              <a:lnSpc>
                <a:spcPct val="90000"/>
              </a:lnSpc>
            </a:pPr>
            <a:r>
              <a:rPr lang="en-US" sz="16000" noProof="0">
                <a:solidFill>
                  <a:schemeClr val="accent1"/>
                </a:solidFill>
              </a:rPr>
              <a:t>Marketing</a:t>
            </a:r>
            <a:br>
              <a:rPr lang="en-US" sz="16000" noProof="0">
                <a:solidFill>
                  <a:schemeClr val="accent1"/>
                </a:solidFill>
              </a:rPr>
            </a:br>
            <a:r>
              <a:rPr lang="en-US" sz="16000" noProof="0">
                <a:solidFill>
                  <a:schemeClr val="accent1"/>
                </a:solidFill>
              </a:rPr>
              <a:t>Color</a:t>
            </a:r>
          </a:p>
        </p:txBody>
      </p:sp>
      <p:sp>
        <p:nvSpPr>
          <p:cNvPr id="4" name="Textfeld 3">
            <a:extLst>
              <a:ext uri="{FF2B5EF4-FFF2-40B4-BE49-F238E27FC236}">
                <a16:creationId xmlns:a16="http://schemas.microsoft.com/office/drawing/2014/main" id="{6C5C1B88-31E4-B749-B4CA-544CFAB8D43E}"/>
              </a:ext>
            </a:extLst>
          </p:cNvPr>
          <p:cNvSpPr txBox="1"/>
          <p:nvPr userDrawn="1"/>
        </p:nvSpPr>
        <p:spPr>
          <a:xfrm>
            <a:off x="9912350" y="5654015"/>
            <a:ext cx="2318905" cy="1200329"/>
          </a:xfrm>
          <a:prstGeom prst="rect">
            <a:avLst/>
          </a:prstGeom>
          <a:noFill/>
        </p:spPr>
        <p:txBody>
          <a:bodyPr wrap="square" lIns="36000" rtlCol="0">
            <a:spAutoFit/>
          </a:bodyPr>
          <a:lstStyle/>
          <a:p>
            <a:r>
              <a:rPr lang="en-US" noProof="0">
                <a:solidFill>
                  <a:schemeClr val="bg1"/>
                </a:solidFill>
              </a:rPr>
              <a:t>Slide is for sorting purposes only - not for use!
</a:t>
            </a:r>
          </a:p>
        </p:txBody>
      </p:sp>
    </p:spTree>
    <p:extLst>
      <p:ext uri="{BB962C8B-B14F-4D97-AF65-F5344CB8AC3E}">
        <p14:creationId xmlns:p14="http://schemas.microsoft.com/office/powerpoint/2010/main" val="2747928615"/>
      </p:ext>
    </p:extLst>
  </p:cSld>
  <p:clrMapOvr>
    <a:masterClrMapping/>
  </p:clrMapOvr>
  <p:extLst>
    <p:ext uri="{DCECCB84-F9BA-43D5-87BE-67443E8EF086}">
      <p15:sldGuideLst xmlns:p15="http://schemas.microsoft.com/office/powerpoint/2012/main">
        <p15:guide id="1" orient="horz" pos="1502">
          <p15:clr>
            <a:srgbClr val="FBAE40"/>
          </p15:clr>
        </p15:guide>
        <p15:guide id="2" orient="horz" pos="259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r Text | 1 Colum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9" name="Inhaltsplatzhalter 2">
            <a:extLst>
              <a:ext uri="{FF2B5EF4-FFF2-40B4-BE49-F238E27FC236}">
                <a16:creationId xmlns:a16="http://schemas.microsoft.com/office/drawing/2014/main" id="{CB6C3EDE-B429-C34F-AD9B-AFBFD9160BC4}"/>
              </a:ext>
            </a:extLst>
          </p:cNvPr>
          <p:cNvSpPr>
            <a:spLocks noGrp="1"/>
          </p:cNvSpPr>
          <p:nvPr>
            <p:ph idx="1" hasCustomPrompt="1"/>
          </p:nvPr>
        </p:nvSpPr>
        <p:spPr>
          <a:xfrm>
            <a:off x="442913" y="1520825"/>
            <a:ext cx="846137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platzhalter 10">
            <a:extLst>
              <a:ext uri="{FF2B5EF4-FFF2-40B4-BE49-F238E27FC236}">
                <a16:creationId xmlns:a16="http://schemas.microsoft.com/office/drawing/2014/main" id="{EB5D7486-64EA-7B4C-9012-0B98F73922AA}"/>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0" name="Textplatzhalter 9">
            <a:extLst>
              <a:ext uri="{FF2B5EF4-FFF2-40B4-BE49-F238E27FC236}">
                <a16:creationId xmlns:a16="http://schemas.microsoft.com/office/drawing/2014/main" id="{2A590E79-460D-7D4D-8492-0E222F6AF612}"/>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4" name="Textplatzhalter 9">
            <a:extLst>
              <a:ext uri="{FF2B5EF4-FFF2-40B4-BE49-F238E27FC236}">
                <a16:creationId xmlns:a16="http://schemas.microsoft.com/office/drawing/2014/main" id="{19877111-47B4-8E4F-AA23-B18318A187E5}"/>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3912441371"/>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lor Text | 2 Columns">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3FCE1E22-3AFB-7041-A165-C9D71668285E}"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9" name="Inhaltsplatzhalter 2">
            <a:extLst>
              <a:ext uri="{FF2B5EF4-FFF2-40B4-BE49-F238E27FC236}">
                <a16:creationId xmlns:a16="http://schemas.microsoft.com/office/drawing/2014/main" id="{90FD26D8-CBC3-A942-8A90-EE14C5149818}"/>
              </a:ext>
            </a:extLst>
          </p:cNvPr>
          <p:cNvSpPr>
            <a:spLocks noGrp="1"/>
          </p:cNvSpPr>
          <p:nvPr>
            <p:ph idx="24" hasCustomPrompt="1"/>
          </p:nvPr>
        </p:nvSpPr>
        <p:spPr>
          <a:xfrm>
            <a:off x="442913" y="1520825"/>
            <a:ext cx="5400001"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Inhaltsplatzhalter 2">
            <a:extLst>
              <a:ext uri="{FF2B5EF4-FFF2-40B4-BE49-F238E27FC236}">
                <a16:creationId xmlns:a16="http://schemas.microsoft.com/office/drawing/2014/main" id="{002E4CCF-76FE-654B-B9AE-CDCBA2830545}"/>
              </a:ext>
            </a:extLst>
          </p:cNvPr>
          <p:cNvSpPr>
            <a:spLocks noGrp="1"/>
          </p:cNvSpPr>
          <p:nvPr>
            <p:ph idx="26" hasCustomPrompt="1"/>
          </p:nvPr>
        </p:nvSpPr>
        <p:spPr>
          <a:xfrm>
            <a:off x="6105583" y="1520825"/>
            <a:ext cx="5400001"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platzhalter 10">
            <a:extLst>
              <a:ext uri="{FF2B5EF4-FFF2-40B4-BE49-F238E27FC236}">
                <a16:creationId xmlns:a16="http://schemas.microsoft.com/office/drawing/2014/main" id="{C3F0DD1B-030E-D544-86DD-DD94D2281E9E}"/>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4" name="Textplatzhalter 9">
            <a:extLst>
              <a:ext uri="{FF2B5EF4-FFF2-40B4-BE49-F238E27FC236}">
                <a16:creationId xmlns:a16="http://schemas.microsoft.com/office/drawing/2014/main" id="{61995BEB-AF12-0E45-A227-86CDC6776B77}"/>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7" name="Textplatzhalter 9">
            <a:extLst>
              <a:ext uri="{FF2B5EF4-FFF2-40B4-BE49-F238E27FC236}">
                <a16:creationId xmlns:a16="http://schemas.microsoft.com/office/drawing/2014/main" id="{1AB0B360-708D-034C-BE9F-11898459FB25}"/>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218697516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lor Text | 3 Columns">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C1F6E0D2-EE34-EA4B-A3FA-4E5E952E1C17}"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0" name="Inhaltsplatzhalter 2">
            <a:extLst>
              <a:ext uri="{FF2B5EF4-FFF2-40B4-BE49-F238E27FC236}">
                <a16:creationId xmlns:a16="http://schemas.microsoft.com/office/drawing/2014/main" id="{94E72FE9-C2E4-D44B-903C-A9AB15B98E13}"/>
              </a:ext>
            </a:extLst>
          </p:cNvPr>
          <p:cNvSpPr>
            <a:spLocks noGrp="1"/>
          </p:cNvSpPr>
          <p:nvPr>
            <p:ph idx="26" hasCustomPrompt="1"/>
          </p:nvPr>
        </p:nvSpPr>
        <p:spPr>
          <a:xfrm>
            <a:off x="442913" y="1520825"/>
            <a:ext cx="352682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Inhaltsplatzhalter 2">
            <a:extLst>
              <a:ext uri="{FF2B5EF4-FFF2-40B4-BE49-F238E27FC236}">
                <a16:creationId xmlns:a16="http://schemas.microsoft.com/office/drawing/2014/main" id="{1069D85B-16CE-8F4A-9104-655D0487B589}"/>
              </a:ext>
            </a:extLst>
          </p:cNvPr>
          <p:cNvSpPr>
            <a:spLocks noGrp="1"/>
          </p:cNvSpPr>
          <p:nvPr>
            <p:ph idx="27" hasCustomPrompt="1"/>
          </p:nvPr>
        </p:nvSpPr>
        <p:spPr>
          <a:xfrm>
            <a:off x="4231141" y="1520825"/>
            <a:ext cx="3485697"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Inhaltsplatzhalter 2">
            <a:extLst>
              <a:ext uri="{FF2B5EF4-FFF2-40B4-BE49-F238E27FC236}">
                <a16:creationId xmlns:a16="http://schemas.microsoft.com/office/drawing/2014/main" id="{90A25C5D-3431-2042-BBD0-1B6004E2B2CC}"/>
              </a:ext>
            </a:extLst>
          </p:cNvPr>
          <p:cNvSpPr>
            <a:spLocks noGrp="1"/>
          </p:cNvSpPr>
          <p:nvPr>
            <p:ph idx="28" hasCustomPrompt="1"/>
          </p:nvPr>
        </p:nvSpPr>
        <p:spPr>
          <a:xfrm>
            <a:off x="7967662" y="1520825"/>
            <a:ext cx="352682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platzhalter 10">
            <a:extLst>
              <a:ext uri="{FF2B5EF4-FFF2-40B4-BE49-F238E27FC236}">
                <a16:creationId xmlns:a16="http://schemas.microsoft.com/office/drawing/2014/main" id="{8CDF6069-2923-7346-AFD7-1A2BB4035244}"/>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3" name="Textplatzhalter 9">
            <a:extLst>
              <a:ext uri="{FF2B5EF4-FFF2-40B4-BE49-F238E27FC236}">
                <a16:creationId xmlns:a16="http://schemas.microsoft.com/office/drawing/2014/main" id="{46EB7D74-38D7-E041-9C95-BC4B25761BBA}"/>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5" name="Textplatzhalter 9">
            <a:extLst>
              <a:ext uri="{FF2B5EF4-FFF2-40B4-BE49-F238E27FC236}">
                <a16:creationId xmlns:a16="http://schemas.microsoft.com/office/drawing/2014/main" id="{724C82EE-21DA-274E-B7A8-C6F51CDFDFCA}"/>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1949699633"/>
      </p:ext>
    </p:extLst>
  </p:cSld>
  <p:clrMapOvr>
    <a:masterClrMapping/>
  </p:clrMapOvr>
  <p:extLst>
    <p:ext uri="{DCECCB84-F9BA-43D5-87BE-67443E8EF086}">
      <p15:sldGuideLst xmlns:p15="http://schemas.microsoft.com/office/powerpoint/2012/main">
        <p15:guide id="1" pos="486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lor Text | 1 Imag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51A74134-60D5-7F4D-B1D8-DEC9F64753C6}"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9" name="Bildplatzhalter 16">
            <a:extLst>
              <a:ext uri="{FF2B5EF4-FFF2-40B4-BE49-F238E27FC236}">
                <a16:creationId xmlns:a16="http://schemas.microsoft.com/office/drawing/2014/main" id="{80427048-0332-0A45-8FCE-D36723BE9CDA}"/>
              </a:ext>
            </a:extLst>
          </p:cNvPr>
          <p:cNvSpPr>
            <a:spLocks noGrp="1"/>
          </p:cNvSpPr>
          <p:nvPr>
            <p:ph type="pic" sz="quarter" idx="14" hasCustomPrompt="1"/>
          </p:nvPr>
        </p:nvSpPr>
        <p:spPr>
          <a:xfrm>
            <a:off x="5159374" y="1586208"/>
            <a:ext cx="7032625" cy="4722518"/>
          </a:xfrm>
          <a:custGeom>
            <a:avLst/>
            <a:gdLst>
              <a:gd name="connsiteX0" fmla="*/ 0 w 7032625"/>
              <a:gd name="connsiteY0" fmla="*/ 0 h 4824412"/>
              <a:gd name="connsiteX1" fmla="*/ 7032625 w 7032625"/>
              <a:gd name="connsiteY1" fmla="*/ 0 h 4824412"/>
              <a:gd name="connsiteX2" fmla="*/ 7032625 w 7032625"/>
              <a:gd name="connsiteY2" fmla="*/ 4824412 h 4824412"/>
              <a:gd name="connsiteX3" fmla="*/ 0 w 7032625"/>
              <a:gd name="connsiteY3" fmla="*/ 4824412 h 4824412"/>
              <a:gd name="connsiteX4" fmla="*/ 0 w 7032625"/>
              <a:gd name="connsiteY4" fmla="*/ 0 h 4824412"/>
              <a:gd name="connsiteX0" fmla="*/ 333060 w 7032625"/>
              <a:gd name="connsiteY0" fmla="*/ 0 h 4830467"/>
              <a:gd name="connsiteX1" fmla="*/ 7032625 w 7032625"/>
              <a:gd name="connsiteY1" fmla="*/ 6055 h 4830467"/>
              <a:gd name="connsiteX2" fmla="*/ 7032625 w 7032625"/>
              <a:gd name="connsiteY2" fmla="*/ 4830467 h 4830467"/>
              <a:gd name="connsiteX3" fmla="*/ 0 w 7032625"/>
              <a:gd name="connsiteY3" fmla="*/ 4830467 h 4830467"/>
              <a:gd name="connsiteX4" fmla="*/ 333060 w 7032625"/>
              <a:gd name="connsiteY4" fmla="*/ 0 h 4830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2625" h="4830467">
                <a:moveTo>
                  <a:pt x="333060" y="0"/>
                </a:moveTo>
                <a:lnTo>
                  <a:pt x="7032625" y="6055"/>
                </a:lnTo>
                <a:lnTo>
                  <a:pt x="7032625" y="4830467"/>
                </a:lnTo>
                <a:lnTo>
                  <a:pt x="0" y="4830467"/>
                </a:lnTo>
                <a:lnTo>
                  <a:pt x="333060" y="0"/>
                </a:lnTo>
                <a:close/>
              </a:path>
            </a:pathLst>
          </a:custGeom>
          <a:pattFill prst="ltUpDiag">
            <a:fgClr>
              <a:schemeClr val="bg2"/>
            </a:fgClr>
            <a:bgClr>
              <a:schemeClr val="bg1"/>
            </a:bgClr>
          </a:pattFill>
        </p:spPr>
        <p:txBody>
          <a:bodyPr wrap="square" tIns="1800000">
            <a:noAutofit/>
          </a:bodyPr>
          <a:lstStyle>
            <a:lvl1pPr marL="0" indent="0" algn="ctr">
              <a:buNone/>
              <a:defRPr/>
            </a:lvl1pPr>
          </a:lstStyle>
          <a:p>
            <a:r>
              <a:rPr lang="en-US" noProof="0"/>
              <a:t>Image by clicking Add Icon</a:t>
            </a:r>
          </a:p>
        </p:txBody>
      </p:sp>
      <p:sp>
        <p:nvSpPr>
          <p:cNvPr id="12" name="Inhaltsplatzhalter 2">
            <a:extLst>
              <a:ext uri="{FF2B5EF4-FFF2-40B4-BE49-F238E27FC236}">
                <a16:creationId xmlns:a16="http://schemas.microsoft.com/office/drawing/2014/main" id="{D7CB1FDE-C76D-8648-A252-7FA5343E1C03}"/>
              </a:ext>
            </a:extLst>
          </p:cNvPr>
          <p:cNvSpPr>
            <a:spLocks noGrp="1"/>
          </p:cNvSpPr>
          <p:nvPr>
            <p:ph idx="26" hasCustomPrompt="1"/>
          </p:nvPr>
        </p:nvSpPr>
        <p:spPr>
          <a:xfrm>
            <a:off x="442913" y="1520825"/>
            <a:ext cx="352682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83A8FEE4-0FAF-8148-90CB-327BFE11FE4D}"/>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1" name="Textplatzhalter 9">
            <a:extLst>
              <a:ext uri="{FF2B5EF4-FFF2-40B4-BE49-F238E27FC236}">
                <a16:creationId xmlns:a16="http://schemas.microsoft.com/office/drawing/2014/main" id="{C36CF5BB-B065-1B4B-BDCA-919C946F922B}"/>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3" name="Textplatzhalter 9">
            <a:extLst>
              <a:ext uri="{FF2B5EF4-FFF2-40B4-BE49-F238E27FC236}">
                <a16:creationId xmlns:a16="http://schemas.microsoft.com/office/drawing/2014/main" id="{FEDF74E3-26BB-A547-8CB5-34ADB6062D0C}"/>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258980229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or Text | 2 Images">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04CAA61E-7AEC-D342-8104-4DFD59E7350E}"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5"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8904288" y="1592263"/>
            <a:ext cx="2844800" cy="2005200"/>
          </a:xfrm>
          <a:prstGeom prst="rect">
            <a:avLst/>
          </a:prstGeom>
          <a:pattFill prst="ltUpDiag">
            <a:fgClr>
              <a:schemeClr val="bg2"/>
            </a:fgClr>
            <a:bgClr>
              <a:schemeClr val="bg1"/>
            </a:bgClr>
          </a:pattFill>
        </p:spPr>
        <p:txBody>
          <a:bodyPr/>
          <a:lstStyle>
            <a:lvl1pPr marL="0" indent="0">
              <a:buNone/>
              <a:defRPr/>
            </a:lvl1pPr>
          </a:lstStyle>
          <a:p>
            <a:r>
              <a:rPr lang="en-US" noProof="0"/>
              <a:t> Image by clicking Add Icon
</a:t>
            </a:r>
          </a:p>
        </p:txBody>
      </p:sp>
      <p:sp>
        <p:nvSpPr>
          <p:cNvPr id="16" name="Bildplatzhalter 14">
            <a:extLst>
              <a:ext uri="{FF2B5EF4-FFF2-40B4-BE49-F238E27FC236}">
                <a16:creationId xmlns:a16="http://schemas.microsoft.com/office/drawing/2014/main" id="{FC789AD0-D5A0-2F43-8A2B-8D5E9F65A1C9}"/>
              </a:ext>
            </a:extLst>
          </p:cNvPr>
          <p:cNvSpPr>
            <a:spLocks noGrp="1"/>
          </p:cNvSpPr>
          <p:nvPr>
            <p:ph type="pic" sz="quarter" idx="23" hasCustomPrompt="1"/>
          </p:nvPr>
        </p:nvSpPr>
        <p:spPr>
          <a:xfrm>
            <a:off x="8904288" y="3848624"/>
            <a:ext cx="2844800" cy="2005200"/>
          </a:xfrm>
          <a:prstGeom prst="rect">
            <a:avLst/>
          </a:prstGeom>
          <a:pattFill prst="ltUpDiag">
            <a:fgClr>
              <a:schemeClr val="bg2"/>
            </a:fgClr>
            <a:bgClr>
              <a:schemeClr val="bg1"/>
            </a:bgClr>
          </a:pattFill>
        </p:spPr>
        <p:txBody>
          <a:bodyPr/>
          <a:lstStyle>
            <a:lvl1pPr marL="0" indent="0">
              <a:buNone/>
              <a:defRPr/>
            </a:lvl1pPr>
          </a:lstStyle>
          <a:p>
            <a:r>
              <a:rPr lang="en-US" noProof="0"/>
              <a:t> Image by clicking Add Icon
</a:t>
            </a:r>
          </a:p>
        </p:txBody>
      </p:sp>
      <p:sp>
        <p:nvSpPr>
          <p:cNvPr id="10" name="Inhaltsplatzhalter 2">
            <a:extLst>
              <a:ext uri="{FF2B5EF4-FFF2-40B4-BE49-F238E27FC236}">
                <a16:creationId xmlns:a16="http://schemas.microsoft.com/office/drawing/2014/main" id="{DE49C6DB-C6A9-4643-8C9B-02C77D1A0E95}"/>
              </a:ext>
            </a:extLst>
          </p:cNvPr>
          <p:cNvSpPr>
            <a:spLocks noGrp="1"/>
          </p:cNvSpPr>
          <p:nvPr>
            <p:ph idx="1" hasCustomPrompt="1"/>
          </p:nvPr>
        </p:nvSpPr>
        <p:spPr>
          <a:xfrm>
            <a:off x="442913" y="1520825"/>
            <a:ext cx="8167687"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platzhalter 10">
            <a:extLst>
              <a:ext uri="{FF2B5EF4-FFF2-40B4-BE49-F238E27FC236}">
                <a16:creationId xmlns:a16="http://schemas.microsoft.com/office/drawing/2014/main" id="{6EB90E7A-B7B0-3540-A5DA-370625A998E0}"/>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2" name="Textplatzhalter 9">
            <a:extLst>
              <a:ext uri="{FF2B5EF4-FFF2-40B4-BE49-F238E27FC236}">
                <a16:creationId xmlns:a16="http://schemas.microsoft.com/office/drawing/2014/main" id="{B1071D84-69C4-794A-89E4-17F69D8F6D00}"/>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3" name="Textplatzhalter 9">
            <a:extLst>
              <a:ext uri="{FF2B5EF4-FFF2-40B4-BE49-F238E27FC236}">
                <a16:creationId xmlns:a16="http://schemas.microsoft.com/office/drawing/2014/main" id="{CF431C8F-7A52-B44A-B56E-361BE18BE9FA}"/>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96782210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or Text | Marginal Column Smal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1" name="Inhaltsplatzhalter 2">
            <a:extLst>
              <a:ext uri="{FF2B5EF4-FFF2-40B4-BE49-F238E27FC236}">
                <a16:creationId xmlns:a16="http://schemas.microsoft.com/office/drawing/2014/main" id="{94B08CCB-62E8-A24B-A5E1-C37F0E5404EB}"/>
              </a:ext>
            </a:extLst>
          </p:cNvPr>
          <p:cNvSpPr>
            <a:spLocks noGrp="1"/>
          </p:cNvSpPr>
          <p:nvPr>
            <p:ph idx="1" hasCustomPrompt="1"/>
          </p:nvPr>
        </p:nvSpPr>
        <p:spPr>
          <a:xfrm>
            <a:off x="442913" y="1520825"/>
            <a:ext cx="846137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Inhaltsplatzhalter 2">
            <a:extLst>
              <a:ext uri="{FF2B5EF4-FFF2-40B4-BE49-F238E27FC236}">
                <a16:creationId xmlns:a16="http://schemas.microsoft.com/office/drawing/2014/main" id="{57369A0B-28ED-CA41-93F7-C3DD282E414D}"/>
              </a:ext>
            </a:extLst>
          </p:cNvPr>
          <p:cNvSpPr>
            <a:spLocks noGrp="1"/>
          </p:cNvSpPr>
          <p:nvPr>
            <p:ph idx="14" hasCustomPrompt="1"/>
          </p:nvPr>
        </p:nvSpPr>
        <p:spPr>
          <a:xfrm>
            <a:off x="9838800" y="1522800"/>
            <a:ext cx="1908174" cy="4787900"/>
          </a:xfrm>
          <a:prstGeom prst="rect">
            <a:avLst/>
          </a:prstGeom>
        </p:spPr>
        <p:txBody>
          <a:bodyPr>
            <a:noAutofit/>
          </a:bodyPr>
          <a:lstStyle>
            <a:lvl1pPr>
              <a:spcAft>
                <a:spcPts val="400"/>
              </a:spcAft>
              <a:buClr>
                <a:schemeClr val="accent5"/>
              </a:buClr>
              <a:buSzPct val="120000"/>
              <a:buFont typeface="Symbol" pitchFamily="2" charset="2"/>
              <a:buChar char="-"/>
              <a:defRPr sz="1200"/>
            </a:lvl1pPr>
            <a:lvl2pPr>
              <a:spcAft>
                <a:spcPts val="400"/>
              </a:spcAft>
              <a:buClr>
                <a:schemeClr val="accent5"/>
              </a:buClr>
              <a:buSzPct val="120000"/>
              <a:buFont typeface="Symbol" pitchFamily="2" charset="2"/>
              <a:buChar char="-"/>
              <a:defRPr sz="12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2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200"/>
            </a:lvl4pPr>
            <a:lvl5pPr>
              <a:spcAft>
                <a:spcPts val="400"/>
              </a:spcAft>
              <a:buClr>
                <a:schemeClr val="accent5"/>
              </a:buClr>
              <a:buSzPct val="120000"/>
              <a:buFont typeface="Symbol" pitchFamily="2" charset="2"/>
              <a:buChar char="-"/>
              <a:defRPr sz="12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16BD220F-F4FC-0D45-9AEC-FE3CD7A5501D}"/>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3" name="Textplatzhalter 9">
            <a:extLst>
              <a:ext uri="{FF2B5EF4-FFF2-40B4-BE49-F238E27FC236}">
                <a16:creationId xmlns:a16="http://schemas.microsoft.com/office/drawing/2014/main" id="{24D0DCF1-7CD9-FD40-9358-CF0EA2700ACD}"/>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6" name="Textplatzhalter 9">
            <a:extLst>
              <a:ext uri="{FF2B5EF4-FFF2-40B4-BE49-F238E27FC236}">
                <a16:creationId xmlns:a16="http://schemas.microsoft.com/office/drawing/2014/main" id="{29516934-D1A3-264E-87AD-F109D9E93480}"/>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398743341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lor Text | Marginal Column Wid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1" name="Inhaltsplatzhalter 2">
            <a:extLst>
              <a:ext uri="{FF2B5EF4-FFF2-40B4-BE49-F238E27FC236}">
                <a16:creationId xmlns:a16="http://schemas.microsoft.com/office/drawing/2014/main" id="{FA4FC9D7-1A9A-1843-9D2F-CBE84A7C8238}"/>
              </a:ext>
            </a:extLst>
          </p:cNvPr>
          <p:cNvSpPr>
            <a:spLocks noGrp="1"/>
          </p:cNvSpPr>
          <p:nvPr>
            <p:ph idx="1" hasCustomPrompt="1"/>
          </p:nvPr>
        </p:nvSpPr>
        <p:spPr>
          <a:xfrm>
            <a:off x="442914" y="1520825"/>
            <a:ext cx="7524750"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Inhaltsplatzhalter 2">
            <a:extLst>
              <a:ext uri="{FF2B5EF4-FFF2-40B4-BE49-F238E27FC236}">
                <a16:creationId xmlns:a16="http://schemas.microsoft.com/office/drawing/2014/main" id="{8AB6BCCE-1AAD-EE4C-8A84-7C91A16E0E3F}"/>
              </a:ext>
            </a:extLst>
          </p:cNvPr>
          <p:cNvSpPr>
            <a:spLocks noGrp="1"/>
          </p:cNvSpPr>
          <p:nvPr>
            <p:ph idx="14" hasCustomPrompt="1"/>
          </p:nvPr>
        </p:nvSpPr>
        <p:spPr>
          <a:xfrm>
            <a:off x="8904288" y="1522800"/>
            <a:ext cx="2842686" cy="4787900"/>
          </a:xfrm>
          <a:prstGeom prst="rect">
            <a:avLst/>
          </a:prstGeom>
        </p:spPr>
        <p:txBody>
          <a:bodyPr>
            <a:noAutofit/>
          </a:bodyPr>
          <a:lstStyle>
            <a:lvl1pPr>
              <a:spcAft>
                <a:spcPts val="400"/>
              </a:spcAft>
              <a:buClr>
                <a:schemeClr val="accent5"/>
              </a:buClr>
              <a:buSzPct val="120000"/>
              <a:buFont typeface="Symbol" pitchFamily="2" charset="2"/>
              <a:buChar char="-"/>
              <a:defRPr sz="1200"/>
            </a:lvl1pPr>
            <a:lvl2pPr>
              <a:spcAft>
                <a:spcPts val="400"/>
              </a:spcAft>
              <a:buClr>
                <a:schemeClr val="accent5"/>
              </a:buClr>
              <a:buSzPct val="120000"/>
              <a:buFont typeface="Symbol" pitchFamily="2" charset="2"/>
              <a:buChar char="-"/>
              <a:defRPr sz="12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2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200"/>
            </a:lvl4pPr>
            <a:lvl5pPr>
              <a:spcAft>
                <a:spcPts val="400"/>
              </a:spcAft>
              <a:buClr>
                <a:schemeClr val="accent5"/>
              </a:buClr>
              <a:buSzPct val="120000"/>
              <a:buFont typeface="Symbol" pitchFamily="2" charset="2"/>
              <a:buChar char="-"/>
              <a:defRPr sz="12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platzhalter 10">
            <a:extLst>
              <a:ext uri="{FF2B5EF4-FFF2-40B4-BE49-F238E27FC236}">
                <a16:creationId xmlns:a16="http://schemas.microsoft.com/office/drawing/2014/main" id="{616B4111-AE0F-0E47-8F0B-59DD1F612666}"/>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3" name="Textplatzhalter 9">
            <a:extLst>
              <a:ext uri="{FF2B5EF4-FFF2-40B4-BE49-F238E27FC236}">
                <a16:creationId xmlns:a16="http://schemas.microsoft.com/office/drawing/2014/main" id="{03239D16-4A20-2745-B190-EDAC15A038BD}"/>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6" name="Textplatzhalter 9">
            <a:extLst>
              <a:ext uri="{FF2B5EF4-FFF2-40B4-BE49-F238E27FC236}">
                <a16:creationId xmlns:a16="http://schemas.microsoft.com/office/drawing/2014/main" id="{6F1743ED-13C3-A446-A5BA-A143D765AEA8}"/>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2649417837"/>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lour Text | 1 Column | Ico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9DE2538E-986B-6C46-B955-8C701E8C89A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3287713" y="1520825"/>
            <a:ext cx="5616575" cy="4787900"/>
          </a:xfrm>
          <a:prstGeom prst="rect">
            <a:avLst/>
          </a:prstGeom>
        </p:spPr>
        <p:txBody>
          <a:bodyPr>
            <a:noAutofit/>
          </a:bodyPr>
          <a:lstStyle>
            <a:lvl1pPr>
              <a:spcAft>
                <a:spcPts val="400"/>
              </a:spcAft>
              <a:buClr>
                <a:schemeClr val="accent5"/>
              </a:buClr>
              <a:buSzPct val="120000"/>
              <a:buFont typeface="Symbol" pitchFamily="2" charset="2"/>
              <a:buChar char="-"/>
              <a:defRPr sz="1700"/>
            </a:lvl1pPr>
            <a:lvl2pPr>
              <a:spcAft>
                <a:spcPts val="400"/>
              </a:spcAft>
              <a:buClr>
                <a:schemeClr val="accent5"/>
              </a:buClr>
              <a:buSzPct val="120000"/>
              <a:buFont typeface="Symbol" pitchFamily="2" charset="2"/>
              <a:buChar char="-"/>
              <a:defRPr sz="1700"/>
            </a:lvl2pPr>
            <a:lvl3pPr marL="542925" marR="0" indent="-180975"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lang="de-DE" sz="1700" kern="1200" baseline="0" dirty="0" smtClean="0">
                <a:solidFill>
                  <a:schemeClr val="tx1"/>
                </a:solidFill>
                <a:latin typeface="+mn-lt"/>
                <a:ea typeface="+mn-ea"/>
                <a:cs typeface="+mn-cs"/>
              </a:defRPr>
            </a:lvl3pPr>
            <a:lvl4pPr>
              <a:spcAft>
                <a:spcPts val="400"/>
              </a:spcAft>
              <a:buClr>
                <a:schemeClr val="accent5"/>
              </a:buClr>
              <a:buSzPct val="120000"/>
              <a:buFont typeface="Symbol" pitchFamily="2" charset="2"/>
              <a:buChar char="-"/>
              <a:defRPr sz="1700"/>
            </a:lvl4pPr>
            <a:lvl5pPr>
              <a:spcAft>
                <a:spcPts val="400"/>
              </a:spcAft>
              <a:buClr>
                <a:schemeClr val="accent5"/>
              </a:buClr>
              <a:buSzPct val="120000"/>
              <a:buFont typeface="Symbol" pitchFamily="2" charset="2"/>
              <a:buChar char="-"/>
              <a:defRPr sz="17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platzhalter 10">
            <a:extLst>
              <a:ext uri="{FF2B5EF4-FFF2-40B4-BE49-F238E27FC236}">
                <a16:creationId xmlns:a16="http://schemas.microsoft.com/office/drawing/2014/main" id="{02CA960F-0ED8-4840-82E5-F1429D055B23}"/>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0" name="Rechtwinkliges Dreieck 9">
            <a:extLst>
              <a:ext uri="{FF2B5EF4-FFF2-40B4-BE49-F238E27FC236}">
                <a16:creationId xmlns:a16="http://schemas.microsoft.com/office/drawing/2014/main" id="{E8411B1C-EF0B-204C-85C2-3819966CA758}"/>
              </a:ext>
            </a:extLst>
          </p:cNvPr>
          <p:cNvSpPr/>
          <p:nvPr userDrawn="1"/>
        </p:nvSpPr>
        <p:spPr>
          <a:xfrm rot="13500000">
            <a:off x="-1225139" y="2285350"/>
            <a:ext cx="3345266" cy="3345266"/>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Bildplatzhalter 14">
            <a:extLst>
              <a:ext uri="{FF2B5EF4-FFF2-40B4-BE49-F238E27FC236}">
                <a16:creationId xmlns:a16="http://schemas.microsoft.com/office/drawing/2014/main" id="{E5099D5B-F751-BD4F-A9AA-6B5C1899BF57}"/>
              </a:ext>
            </a:extLst>
          </p:cNvPr>
          <p:cNvSpPr>
            <a:spLocks noGrp="1"/>
          </p:cNvSpPr>
          <p:nvPr>
            <p:ph type="pic" sz="quarter" idx="42" hasCustomPrompt="1"/>
          </p:nvPr>
        </p:nvSpPr>
        <p:spPr>
          <a:xfrm>
            <a:off x="768734" y="3459690"/>
            <a:ext cx="1008000" cy="1008000"/>
          </a:xfrm>
          <a:noFill/>
        </p:spPr>
        <p:txBody>
          <a:bodyPr anchor="ctr" anchorCtr="0"/>
          <a:lstStyle>
            <a:lvl1pPr marL="0" indent="0" algn="ctr">
              <a:buNone/>
              <a:defRPr sz="1400"/>
            </a:lvl1pPr>
          </a:lstStyle>
          <a:p>
            <a:r>
              <a:rPr lang="en-US" noProof="0"/>
              <a:t> Image by clicking Add Icon</a:t>
            </a:r>
          </a:p>
        </p:txBody>
      </p:sp>
      <p:sp>
        <p:nvSpPr>
          <p:cNvPr id="12" name="Textplatzhalter 9">
            <a:extLst>
              <a:ext uri="{FF2B5EF4-FFF2-40B4-BE49-F238E27FC236}">
                <a16:creationId xmlns:a16="http://schemas.microsoft.com/office/drawing/2014/main" id="{98E0D237-E67C-D349-8855-453442FBAB35}"/>
              </a:ext>
            </a:extLst>
          </p:cNvPr>
          <p:cNvSpPr>
            <a:spLocks noGrp="1"/>
          </p:cNvSpPr>
          <p:nvPr>
            <p:ph type="body" sz="quarter" idx="43"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13" name="Textplatzhalter 9">
            <a:extLst>
              <a:ext uri="{FF2B5EF4-FFF2-40B4-BE49-F238E27FC236}">
                <a16:creationId xmlns:a16="http://schemas.microsoft.com/office/drawing/2014/main" id="{5CEFB1BD-EF51-1744-90E4-4B8EE5D36801}"/>
              </a:ext>
            </a:extLst>
          </p:cNvPr>
          <p:cNvSpPr>
            <a:spLocks noGrp="1"/>
          </p:cNvSpPr>
          <p:nvPr>
            <p:ph type="body" sz="quarter" idx="44"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3013285890"/>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parator Specials">
    <p:bg>
      <p:bgPr>
        <a:solidFill>
          <a:schemeClr val="tx1"/>
        </a:solidFill>
        <a:effectLst/>
      </p:bgPr>
    </p:bg>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B2FCDF7C-9C72-5F44-B680-A8E81BA37978}"/>
              </a:ext>
            </a:extLst>
          </p:cNvPr>
          <p:cNvSpPr txBox="1"/>
          <p:nvPr userDrawn="1"/>
        </p:nvSpPr>
        <p:spPr>
          <a:xfrm>
            <a:off x="227013" y="92075"/>
            <a:ext cx="7777162" cy="6670675"/>
          </a:xfrm>
          <a:prstGeom prst="rect">
            <a:avLst/>
          </a:prstGeom>
          <a:noFill/>
        </p:spPr>
        <p:txBody>
          <a:bodyPr wrap="square" lIns="36000" rtlCol="0" anchor="ctr" anchorCtr="0">
            <a:noAutofit/>
          </a:bodyPr>
          <a:lstStyle/>
          <a:p>
            <a:pPr>
              <a:lnSpc>
                <a:spcPct val="90000"/>
              </a:lnSpc>
            </a:pPr>
            <a:r>
              <a:rPr lang="en-US" sz="16000" noProof="0">
                <a:solidFill>
                  <a:schemeClr val="accent1"/>
                </a:solidFill>
              </a:rPr>
              <a:t>Specials</a:t>
            </a:r>
          </a:p>
        </p:txBody>
      </p:sp>
      <p:sp>
        <p:nvSpPr>
          <p:cNvPr id="7" name="Rechtwinkliges Dreieck 6">
            <a:extLst>
              <a:ext uri="{FF2B5EF4-FFF2-40B4-BE49-F238E27FC236}">
                <a16:creationId xmlns:a16="http://schemas.microsoft.com/office/drawing/2014/main" id="{2971FCF4-25A8-274D-9986-90AC0E5F319C}"/>
              </a:ext>
            </a:extLst>
          </p:cNvPr>
          <p:cNvSpPr/>
          <p:nvPr userDrawn="1"/>
        </p:nvSpPr>
        <p:spPr>
          <a:xfrm rot="13500000">
            <a:off x="6779820" y="1272117"/>
            <a:ext cx="4341010" cy="434101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Textfeld 4">
            <a:extLst>
              <a:ext uri="{FF2B5EF4-FFF2-40B4-BE49-F238E27FC236}">
                <a16:creationId xmlns:a16="http://schemas.microsoft.com/office/drawing/2014/main" id="{EF98F0A7-0823-264B-BD0F-32619CF0E3F8}"/>
              </a:ext>
            </a:extLst>
          </p:cNvPr>
          <p:cNvSpPr txBox="1"/>
          <p:nvPr userDrawn="1"/>
        </p:nvSpPr>
        <p:spPr>
          <a:xfrm>
            <a:off x="9912350" y="5654015"/>
            <a:ext cx="2318905" cy="1200329"/>
          </a:xfrm>
          <a:prstGeom prst="rect">
            <a:avLst/>
          </a:prstGeom>
          <a:noFill/>
        </p:spPr>
        <p:txBody>
          <a:bodyPr wrap="square" lIns="36000" rtlCol="0">
            <a:spAutoFit/>
          </a:bodyPr>
          <a:lstStyle/>
          <a:p>
            <a:r>
              <a:rPr lang="en-US" noProof="0">
                <a:solidFill>
                  <a:schemeClr val="bg1"/>
                </a:solidFill>
              </a:rPr>
              <a:t>Slide is for sorting purposes only - not for use!
</a:t>
            </a:r>
          </a:p>
        </p:txBody>
      </p:sp>
    </p:spTree>
    <p:extLst>
      <p:ext uri="{BB962C8B-B14F-4D97-AF65-F5344CB8AC3E}">
        <p14:creationId xmlns:p14="http://schemas.microsoft.com/office/powerpoint/2010/main" val="3299507279"/>
      </p:ext>
    </p:extLst>
  </p:cSld>
  <p:clrMapOvr>
    <a:masterClrMapping/>
  </p:clrMapOvr>
  <p:extLst>
    <p:ext uri="{DCECCB84-F9BA-43D5-87BE-67443E8EF086}">
      <p15:sldGuideLst xmlns:p15="http://schemas.microsoft.com/office/powerpoint/2012/main">
        <p15:guide id="1" orient="horz" pos="1502">
          <p15:clr>
            <a:srgbClr val="FBAE40"/>
          </p15:clr>
        </p15:guide>
        <p15:guide id="2" orient="horz" pos="259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Headline 1r | Graphic Above Black">
    <p:spTree>
      <p:nvGrpSpPr>
        <p:cNvPr id="1" name=""/>
        <p:cNvGrpSpPr/>
        <p:nvPr/>
      </p:nvGrpSpPr>
      <p:grpSpPr>
        <a:xfrm>
          <a:off x="0" y="0"/>
          <a:ext cx="0" cy="0"/>
          <a:chOff x="0" y="0"/>
          <a:chExt cx="0" cy="0"/>
        </a:xfrm>
      </p:grpSpPr>
      <p:sp>
        <p:nvSpPr>
          <p:cNvPr id="26" name="Freihandform 25">
            <a:extLst>
              <a:ext uri="{FF2B5EF4-FFF2-40B4-BE49-F238E27FC236}">
                <a16:creationId xmlns:a16="http://schemas.microsoft.com/office/drawing/2014/main" id="{D9AEF4E9-E50B-0A4D-BC46-FACCB6F39AC3}"/>
              </a:ext>
            </a:extLst>
          </p:cNvPr>
          <p:cNvSpPr/>
          <p:nvPr userDrawn="1"/>
        </p:nvSpPr>
        <p:spPr>
          <a:xfrm>
            <a:off x="0" y="0"/>
            <a:ext cx="12192000" cy="4454264"/>
          </a:xfrm>
          <a:custGeom>
            <a:avLst/>
            <a:gdLst>
              <a:gd name="connsiteX0" fmla="*/ 0 w 12192000"/>
              <a:gd name="connsiteY0" fmla="*/ 0 h 4454264"/>
              <a:gd name="connsiteX1" fmla="*/ 12192000 w 12192000"/>
              <a:gd name="connsiteY1" fmla="*/ 0 h 4454264"/>
              <a:gd name="connsiteX2" fmla="*/ 12192000 w 12192000"/>
              <a:gd name="connsiteY2" fmla="*/ 3601716 h 4454264"/>
              <a:gd name="connsiteX3" fmla="*/ 0 w 12192000"/>
              <a:gd name="connsiteY3" fmla="*/ 4454264 h 4454264"/>
            </a:gdLst>
            <a:ahLst/>
            <a:cxnLst>
              <a:cxn ang="0">
                <a:pos x="connsiteX0" y="connsiteY0"/>
              </a:cxn>
              <a:cxn ang="0">
                <a:pos x="connsiteX1" y="connsiteY1"/>
              </a:cxn>
              <a:cxn ang="0">
                <a:pos x="connsiteX2" y="connsiteY2"/>
              </a:cxn>
              <a:cxn ang="0">
                <a:pos x="connsiteX3" y="connsiteY3"/>
              </a:cxn>
            </a:cxnLst>
            <a:rect l="l" t="t" r="r" b="b"/>
            <a:pathLst>
              <a:path w="12192000" h="4454264">
                <a:moveTo>
                  <a:pt x="0" y="0"/>
                </a:moveTo>
                <a:lnTo>
                  <a:pt x="12192000" y="0"/>
                </a:lnTo>
                <a:lnTo>
                  <a:pt x="12192000" y="3601716"/>
                </a:lnTo>
                <a:lnTo>
                  <a:pt x="0" y="445426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noProof="0"/>
          </a:p>
        </p:txBody>
      </p:sp>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A667D0E9-A085-1F44-A74A-809F92B9DFA4}"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17" name="Textplatzhalter 15">
            <a:extLst>
              <a:ext uri="{FF2B5EF4-FFF2-40B4-BE49-F238E27FC236}">
                <a16:creationId xmlns:a16="http://schemas.microsoft.com/office/drawing/2014/main" id="{FAF5CAD9-490B-4E9E-BF28-342011D2053E}"/>
              </a:ext>
            </a:extLst>
          </p:cNvPr>
          <p:cNvSpPr>
            <a:spLocks noGrp="1"/>
          </p:cNvSpPr>
          <p:nvPr>
            <p:ph type="body" sz="quarter" idx="18" hasCustomPrompt="1"/>
          </p:nvPr>
        </p:nvSpPr>
        <p:spPr>
          <a:xfrm>
            <a:off x="4224338" y="4545013"/>
            <a:ext cx="3485590" cy="1764000"/>
          </a:xfrm>
          <a:prstGeom prst="rect">
            <a:avLst/>
          </a:prstGeom>
        </p:spPr>
        <p:txBody>
          <a:bodyPr/>
          <a:lstStyle>
            <a:lvl1pPr>
              <a:spcAft>
                <a:spcPts val="400"/>
              </a:spcAft>
              <a:defRPr sz="1700"/>
            </a:lvl1pPr>
            <a:lvl2pPr>
              <a:spcAft>
                <a:spcPts val="400"/>
              </a:spcAft>
              <a:defRPr sz="1700"/>
            </a:lvl2pPr>
            <a:lvl3pPr>
              <a:spcAft>
                <a:spcPts val="400"/>
              </a:spcAft>
              <a:defRPr sz="1700"/>
            </a:lvl3pPr>
          </a:lstStyle>
          <a:p>
            <a:pPr lvl="0"/>
            <a:r>
              <a:rPr lang="en-US" noProof="0"/>
              <a:t>Edit Text</a:t>
            </a:r>
          </a:p>
          <a:p>
            <a:pPr lvl="1"/>
            <a:r>
              <a:rPr lang="en-US" noProof="0"/>
              <a:t>Second level</a:t>
            </a:r>
          </a:p>
          <a:p>
            <a:pPr lvl="2"/>
            <a:r>
              <a:rPr lang="en-US" noProof="0"/>
              <a:t>Third level</a:t>
            </a:r>
          </a:p>
        </p:txBody>
      </p:sp>
      <p:sp>
        <p:nvSpPr>
          <p:cNvPr id="18" name="Textplatzhalter 15">
            <a:extLst>
              <a:ext uri="{FF2B5EF4-FFF2-40B4-BE49-F238E27FC236}">
                <a16:creationId xmlns:a16="http://schemas.microsoft.com/office/drawing/2014/main" id="{5914F5E7-08D4-44AD-B766-89D06AB4D65A}"/>
              </a:ext>
            </a:extLst>
          </p:cNvPr>
          <p:cNvSpPr>
            <a:spLocks noGrp="1"/>
          </p:cNvSpPr>
          <p:nvPr>
            <p:ph type="body" sz="quarter" idx="19" hasCustomPrompt="1"/>
          </p:nvPr>
        </p:nvSpPr>
        <p:spPr>
          <a:xfrm>
            <a:off x="7967664" y="4545013"/>
            <a:ext cx="3524588" cy="1764000"/>
          </a:xfrm>
          <a:prstGeom prst="rect">
            <a:avLst/>
          </a:prstGeom>
        </p:spPr>
        <p:txBody>
          <a:bodyPr/>
          <a:lstStyle>
            <a:lvl1pPr>
              <a:spcAft>
                <a:spcPts val="400"/>
              </a:spcAft>
              <a:defRPr sz="1700"/>
            </a:lvl1pPr>
            <a:lvl2pPr>
              <a:spcAft>
                <a:spcPts val="400"/>
              </a:spcAft>
              <a:defRPr sz="1700"/>
            </a:lvl2pPr>
            <a:lvl3pPr>
              <a:spcAft>
                <a:spcPts val="400"/>
              </a:spcAft>
              <a:defRPr sz="1700"/>
            </a:lvl3pPr>
          </a:lstStyle>
          <a:p>
            <a:pPr lvl="0"/>
            <a:r>
              <a:rPr lang="en-US" noProof="0"/>
              <a:t>Edit Text</a:t>
            </a:r>
          </a:p>
          <a:p>
            <a:pPr lvl="1"/>
            <a:r>
              <a:rPr lang="en-US" noProof="0"/>
              <a:t>Second level</a:t>
            </a:r>
          </a:p>
          <a:p>
            <a:pPr lvl="2"/>
            <a:r>
              <a:rPr lang="en-US" noProof="0"/>
              <a:t>Third level</a:t>
            </a:r>
          </a:p>
        </p:txBody>
      </p:sp>
      <p:sp>
        <p:nvSpPr>
          <p:cNvPr id="12" name="Inhaltsplatzhalter 24">
            <a:extLst>
              <a:ext uri="{FF2B5EF4-FFF2-40B4-BE49-F238E27FC236}">
                <a16:creationId xmlns:a16="http://schemas.microsoft.com/office/drawing/2014/main" id="{AB9E1D3E-E4F8-4AFF-89B2-407B55CCC81E}"/>
              </a:ext>
            </a:extLst>
          </p:cNvPr>
          <p:cNvSpPr>
            <a:spLocks noGrp="1"/>
          </p:cNvSpPr>
          <p:nvPr>
            <p:ph sz="quarter" idx="16" hasCustomPrompt="1"/>
          </p:nvPr>
        </p:nvSpPr>
        <p:spPr>
          <a:xfrm>
            <a:off x="442913" y="1592263"/>
            <a:ext cx="3524588" cy="2160000"/>
          </a:xfrm>
          <a:prstGeom prst="rect">
            <a:avLst/>
          </a:prstGeom>
          <a:pattFill prst="wdUpDiag">
            <a:fgClr>
              <a:schemeClr val="bg2"/>
            </a:fgClr>
            <a:bgClr>
              <a:schemeClr val="bg1"/>
            </a:bgClr>
          </a:pattFill>
        </p:spPr>
        <p:txBody>
          <a:bodyPr tIns="36000"/>
          <a:lstStyle>
            <a:lvl1pPr marL="0" indent="0" algn="ctr">
              <a:spcAft>
                <a:spcPts val="0"/>
              </a:spcAft>
              <a:buNone/>
              <a:defRPr sz="1400"/>
            </a:lvl1pPr>
          </a:lstStyle>
          <a:p>
            <a:r>
              <a:rPr lang="en-US" noProof="0"/>
              <a:t>Picture/graphic by clicking Add Image Icon
</a:t>
            </a:r>
          </a:p>
        </p:txBody>
      </p:sp>
      <p:sp>
        <p:nvSpPr>
          <p:cNvPr id="13" name="Inhaltsplatzhalter 24">
            <a:extLst>
              <a:ext uri="{FF2B5EF4-FFF2-40B4-BE49-F238E27FC236}">
                <a16:creationId xmlns:a16="http://schemas.microsoft.com/office/drawing/2014/main" id="{F7F48B9D-6E26-4412-9AB5-D5D14F72F1CD}"/>
              </a:ext>
            </a:extLst>
          </p:cNvPr>
          <p:cNvSpPr>
            <a:spLocks noGrp="1"/>
          </p:cNvSpPr>
          <p:nvPr>
            <p:ph sz="quarter" idx="20" hasCustomPrompt="1"/>
          </p:nvPr>
        </p:nvSpPr>
        <p:spPr>
          <a:xfrm>
            <a:off x="4224338" y="1598671"/>
            <a:ext cx="3474926" cy="2160000"/>
          </a:xfrm>
          <a:prstGeom prst="rect">
            <a:avLst/>
          </a:prstGeom>
          <a:pattFill prst="wdUpDiag">
            <a:fgClr>
              <a:schemeClr val="bg2"/>
            </a:fgClr>
            <a:bgClr>
              <a:schemeClr val="bg1"/>
            </a:bgClr>
          </a:pattFill>
        </p:spPr>
        <p:txBody>
          <a:bodyPr tIns="36000"/>
          <a:lstStyle>
            <a:lvl1pPr marL="0" indent="0" algn="ctr">
              <a:spcAft>
                <a:spcPts val="0"/>
              </a:spcAft>
              <a:buNone/>
              <a:defRPr sz="1400"/>
            </a:lvl1pPr>
          </a:lstStyle>
          <a:p>
            <a:r>
              <a:rPr lang="en-US" noProof="0"/>
              <a:t>Picture/graphic by clicking Add Image Icon
</a:t>
            </a:r>
          </a:p>
        </p:txBody>
      </p:sp>
      <p:sp>
        <p:nvSpPr>
          <p:cNvPr id="14" name="Inhaltsplatzhalter 24">
            <a:extLst>
              <a:ext uri="{FF2B5EF4-FFF2-40B4-BE49-F238E27FC236}">
                <a16:creationId xmlns:a16="http://schemas.microsoft.com/office/drawing/2014/main" id="{11455913-5E73-45AA-A76B-29E6D8A6CDD3}"/>
              </a:ext>
            </a:extLst>
          </p:cNvPr>
          <p:cNvSpPr>
            <a:spLocks noGrp="1"/>
          </p:cNvSpPr>
          <p:nvPr>
            <p:ph sz="quarter" idx="21" hasCustomPrompt="1"/>
          </p:nvPr>
        </p:nvSpPr>
        <p:spPr>
          <a:xfrm>
            <a:off x="7967663" y="1598671"/>
            <a:ext cx="3524588" cy="2160000"/>
          </a:xfrm>
          <a:prstGeom prst="rect">
            <a:avLst/>
          </a:prstGeom>
          <a:pattFill prst="wdUpDiag">
            <a:fgClr>
              <a:schemeClr val="bg2"/>
            </a:fgClr>
            <a:bgClr>
              <a:schemeClr val="bg1"/>
            </a:bgClr>
          </a:pattFill>
        </p:spPr>
        <p:txBody>
          <a:bodyPr tIns="36000"/>
          <a:lstStyle>
            <a:lvl1pPr marL="0" indent="0" algn="ctr">
              <a:spcAft>
                <a:spcPts val="0"/>
              </a:spcAft>
              <a:buNone/>
              <a:defRPr sz="1400"/>
            </a:lvl1pPr>
          </a:lstStyle>
          <a:p>
            <a:r>
              <a:rPr lang="en-US" noProof="0"/>
              <a:t>Picture/graphic by clicking Add Image Icon
</a:t>
            </a:r>
          </a:p>
        </p:txBody>
      </p:sp>
      <p:sp>
        <p:nvSpPr>
          <p:cNvPr id="15" name="Textplatzhalter 15">
            <a:extLst>
              <a:ext uri="{FF2B5EF4-FFF2-40B4-BE49-F238E27FC236}">
                <a16:creationId xmlns:a16="http://schemas.microsoft.com/office/drawing/2014/main" id="{1F75CA6C-D0B8-9B44-84D4-7208E6C81747}"/>
              </a:ext>
            </a:extLst>
          </p:cNvPr>
          <p:cNvSpPr>
            <a:spLocks noGrp="1"/>
          </p:cNvSpPr>
          <p:nvPr>
            <p:ph type="body" sz="quarter" idx="22" hasCustomPrompt="1"/>
          </p:nvPr>
        </p:nvSpPr>
        <p:spPr>
          <a:xfrm>
            <a:off x="442913" y="4545013"/>
            <a:ext cx="3528562" cy="1763712"/>
          </a:xfrm>
          <a:prstGeom prst="rect">
            <a:avLst/>
          </a:prstGeom>
        </p:spPr>
        <p:txBody>
          <a:bodyPr/>
          <a:lstStyle>
            <a:lvl1pPr>
              <a:spcAft>
                <a:spcPts val="400"/>
              </a:spcAft>
              <a:defRPr sz="1700"/>
            </a:lvl1pPr>
            <a:lvl2pPr>
              <a:spcAft>
                <a:spcPts val="400"/>
              </a:spcAft>
              <a:defRPr sz="1700"/>
            </a:lvl2pPr>
            <a:lvl3pPr>
              <a:spcAft>
                <a:spcPts val="400"/>
              </a:spcAft>
              <a:defRPr sz="1700"/>
            </a:lvl3pPr>
          </a:lstStyle>
          <a:p>
            <a:pPr lvl="0"/>
            <a:r>
              <a:rPr lang="en-US" noProof="0"/>
              <a:t>Edit Text</a:t>
            </a:r>
          </a:p>
          <a:p>
            <a:pPr lvl="1"/>
            <a:r>
              <a:rPr lang="en-US" noProof="0"/>
              <a:t>Second level</a:t>
            </a:r>
          </a:p>
          <a:p>
            <a:pPr lvl="2"/>
            <a:r>
              <a:rPr lang="en-US" noProof="0"/>
              <a:t>Third level</a:t>
            </a:r>
          </a:p>
        </p:txBody>
      </p:sp>
      <p:pic>
        <p:nvPicPr>
          <p:cNvPr id="21" name="Grafik 20" descr="Ein Bild, das Text enthält.&#10;&#10;Automatisch generierte Beschreibung">
            <a:extLst>
              <a:ext uri="{FF2B5EF4-FFF2-40B4-BE49-F238E27FC236}">
                <a16:creationId xmlns:a16="http://schemas.microsoft.com/office/drawing/2014/main" id="{F1448A15-6211-F742-BBC1-0807278A0C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8800" y="-12917"/>
            <a:ext cx="2263200" cy="1063520"/>
          </a:xfrm>
          <a:prstGeom prst="rect">
            <a:avLst/>
          </a:prstGeom>
        </p:spPr>
      </p:pic>
      <p:sp>
        <p:nvSpPr>
          <p:cNvPr id="16" name="Textplatzhalter 10">
            <a:extLst>
              <a:ext uri="{FF2B5EF4-FFF2-40B4-BE49-F238E27FC236}">
                <a16:creationId xmlns:a16="http://schemas.microsoft.com/office/drawing/2014/main" id="{89F75D02-0AF6-1740-9DB3-A66A2C8D777B}"/>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19" name="Textplatzhalter 9">
            <a:extLst>
              <a:ext uri="{FF2B5EF4-FFF2-40B4-BE49-F238E27FC236}">
                <a16:creationId xmlns:a16="http://schemas.microsoft.com/office/drawing/2014/main" id="{B6EEC41D-C6AD-CA4C-825A-5383BB24A427}"/>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20" name="Textplatzhalter 9">
            <a:extLst>
              <a:ext uri="{FF2B5EF4-FFF2-40B4-BE49-F238E27FC236}">
                <a16:creationId xmlns:a16="http://schemas.microsoft.com/office/drawing/2014/main" id="{B3973CE8-1BBB-364B-84E7-BC08B15F895C}"/>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cSld>
  <p:clrMapOvr>
    <a:masterClrMapping/>
  </p:clrMapOvr>
  <p:extLst>
    <p:ext uri="{DCECCB84-F9BA-43D5-87BE-67443E8EF086}">
      <p15:sldGuideLst xmlns:p15="http://schemas.microsoft.com/office/powerpoint/2012/main">
        <p15:guide id="2" orient="horz" pos="2863">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1r | Graphic Above White">
    <p:spTree>
      <p:nvGrpSpPr>
        <p:cNvPr id="1" name=""/>
        <p:cNvGrpSpPr/>
        <p:nvPr/>
      </p:nvGrpSpPr>
      <p:grpSpPr>
        <a:xfrm>
          <a:off x="0" y="0"/>
          <a:ext cx="0" cy="0"/>
          <a:chOff x="0" y="0"/>
          <a:chExt cx="0" cy="0"/>
        </a:xfrm>
      </p:grpSpPr>
      <p:sp>
        <p:nvSpPr>
          <p:cNvPr id="22" name="Freihandform 21">
            <a:extLst>
              <a:ext uri="{FF2B5EF4-FFF2-40B4-BE49-F238E27FC236}">
                <a16:creationId xmlns:a16="http://schemas.microsoft.com/office/drawing/2014/main" id="{E5607EB6-8CDB-A04E-85AE-8A651614FB3B}"/>
              </a:ext>
            </a:extLst>
          </p:cNvPr>
          <p:cNvSpPr/>
          <p:nvPr userDrawn="1"/>
        </p:nvSpPr>
        <p:spPr>
          <a:xfrm>
            <a:off x="-56" y="3630373"/>
            <a:ext cx="12192000" cy="3227627"/>
          </a:xfrm>
          <a:custGeom>
            <a:avLst/>
            <a:gdLst>
              <a:gd name="connsiteX0" fmla="*/ 12192000 w 12192000"/>
              <a:gd name="connsiteY0" fmla="*/ 0 h 3227627"/>
              <a:gd name="connsiteX1" fmla="*/ 12192000 w 12192000"/>
              <a:gd name="connsiteY1" fmla="*/ 3227627 h 3227627"/>
              <a:gd name="connsiteX2" fmla="*/ 0 w 12192000"/>
              <a:gd name="connsiteY2" fmla="*/ 3227627 h 3227627"/>
              <a:gd name="connsiteX3" fmla="*/ 0 w 12192000"/>
              <a:gd name="connsiteY3" fmla="*/ 852548 h 3227627"/>
            </a:gdLst>
            <a:ahLst/>
            <a:cxnLst>
              <a:cxn ang="0">
                <a:pos x="connsiteX0" y="connsiteY0"/>
              </a:cxn>
              <a:cxn ang="0">
                <a:pos x="connsiteX1" y="connsiteY1"/>
              </a:cxn>
              <a:cxn ang="0">
                <a:pos x="connsiteX2" y="connsiteY2"/>
              </a:cxn>
              <a:cxn ang="0">
                <a:pos x="connsiteX3" y="connsiteY3"/>
              </a:cxn>
            </a:cxnLst>
            <a:rect l="l" t="t" r="r" b="b"/>
            <a:pathLst>
              <a:path w="12192000" h="3227627">
                <a:moveTo>
                  <a:pt x="12192000" y="0"/>
                </a:moveTo>
                <a:lnTo>
                  <a:pt x="12192000" y="3227627"/>
                </a:lnTo>
                <a:lnTo>
                  <a:pt x="0" y="3227627"/>
                </a:lnTo>
                <a:lnTo>
                  <a:pt x="0" y="852548"/>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lvl1pPr>
              <a:defRPr>
                <a:solidFill>
                  <a:schemeClr val="bg1"/>
                </a:solidFill>
              </a:defRPr>
            </a:lvl1pPr>
          </a:lstStyle>
          <a:p>
            <a:fld id="{F8FC7848-08BB-9448-B280-C08CC7411D8B}"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lvl1pPr>
              <a:defRPr>
                <a:solidFill>
                  <a:schemeClr val="bg1"/>
                </a:solidFill>
              </a:defRPr>
            </a:lvl1p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lvl1pPr>
              <a:defRPr>
                <a:solidFill>
                  <a:schemeClr val="bg1"/>
                </a:solidFill>
              </a:defRPr>
            </a:lvl1pPr>
          </a:lstStyle>
          <a:p>
            <a:fld id="{19C38A61-2AC7-4B0E-B80F-DDADD701BB40}" type="slidenum">
              <a:rPr lang="en-US" noProof="0" smtClean="0"/>
              <a:pPr/>
              <a:t>‹#›</a:t>
            </a:fld>
            <a:endParaRPr lang="en-US" noProof="0"/>
          </a:p>
        </p:txBody>
      </p:sp>
      <p:sp>
        <p:nvSpPr>
          <p:cNvPr id="7" name="Diagrammplatzhalter 6">
            <a:extLst>
              <a:ext uri="{FF2B5EF4-FFF2-40B4-BE49-F238E27FC236}">
                <a16:creationId xmlns:a16="http://schemas.microsoft.com/office/drawing/2014/main" id="{57422365-F1CE-A943-B33D-5561644FB79B}"/>
              </a:ext>
            </a:extLst>
          </p:cNvPr>
          <p:cNvSpPr>
            <a:spLocks noGrp="1"/>
          </p:cNvSpPr>
          <p:nvPr>
            <p:ph type="chart" sz="quarter" idx="20" hasCustomPrompt="1"/>
          </p:nvPr>
        </p:nvSpPr>
        <p:spPr>
          <a:xfrm>
            <a:off x="442913" y="1529149"/>
            <a:ext cx="3526401" cy="2160000"/>
          </a:xfrm>
          <a:prstGeom prst="rect">
            <a:avLst/>
          </a:prstGeom>
        </p:spPr>
        <p:txBody>
          <a:bodyPr/>
          <a:lstStyle>
            <a:lvl1pPr marL="0" indent="0" algn="ctr">
              <a:buNone/>
              <a:defRPr/>
            </a:lvl1pPr>
          </a:lstStyle>
          <a:p>
            <a:r>
              <a:rPr lang="en-US" noProof="0"/>
              <a:t>Picture/graphic by clicking Add Image Icon</a:t>
            </a:r>
          </a:p>
        </p:txBody>
      </p:sp>
      <p:sp>
        <p:nvSpPr>
          <p:cNvPr id="19" name="Diagrammplatzhalter 6">
            <a:extLst>
              <a:ext uri="{FF2B5EF4-FFF2-40B4-BE49-F238E27FC236}">
                <a16:creationId xmlns:a16="http://schemas.microsoft.com/office/drawing/2014/main" id="{759D297C-C84E-9140-B0FA-F132971F37BF}"/>
              </a:ext>
            </a:extLst>
          </p:cNvPr>
          <p:cNvSpPr>
            <a:spLocks noGrp="1"/>
          </p:cNvSpPr>
          <p:nvPr>
            <p:ph type="chart" sz="quarter" idx="21" hasCustomPrompt="1"/>
          </p:nvPr>
        </p:nvSpPr>
        <p:spPr>
          <a:xfrm>
            <a:off x="4224338" y="1529149"/>
            <a:ext cx="3507577" cy="2160000"/>
          </a:xfrm>
          <a:prstGeom prst="rect">
            <a:avLst/>
          </a:prstGeom>
        </p:spPr>
        <p:txBody>
          <a:bodyPr/>
          <a:lstStyle>
            <a:lvl1pPr marL="0" indent="0" algn="ctr">
              <a:buNone/>
              <a:defRPr/>
            </a:lvl1pPr>
          </a:lstStyle>
          <a:p>
            <a:r>
              <a:rPr lang="en-US" noProof="0"/>
              <a:t>Picture/graphic by clicking Add Image Icon</a:t>
            </a:r>
          </a:p>
        </p:txBody>
      </p:sp>
      <p:sp>
        <p:nvSpPr>
          <p:cNvPr id="20" name="Diagrammplatzhalter 6">
            <a:extLst>
              <a:ext uri="{FF2B5EF4-FFF2-40B4-BE49-F238E27FC236}">
                <a16:creationId xmlns:a16="http://schemas.microsoft.com/office/drawing/2014/main" id="{4E4CB168-149F-124F-BF88-F7FB0648EDC8}"/>
              </a:ext>
            </a:extLst>
          </p:cNvPr>
          <p:cNvSpPr>
            <a:spLocks noGrp="1"/>
          </p:cNvSpPr>
          <p:nvPr>
            <p:ph type="chart" sz="quarter" idx="22" hasCustomPrompt="1"/>
          </p:nvPr>
        </p:nvSpPr>
        <p:spPr>
          <a:xfrm>
            <a:off x="7982402" y="1529149"/>
            <a:ext cx="3509849" cy="2160000"/>
          </a:xfrm>
          <a:prstGeom prst="rect">
            <a:avLst/>
          </a:prstGeom>
        </p:spPr>
        <p:txBody>
          <a:bodyPr/>
          <a:lstStyle>
            <a:lvl1pPr marL="0" indent="0" algn="ctr">
              <a:buNone/>
              <a:defRPr/>
            </a:lvl1pPr>
          </a:lstStyle>
          <a:p>
            <a:r>
              <a:rPr lang="en-US" noProof="0"/>
              <a:t>Picture/graphic by clicking Add Image Icon</a:t>
            </a:r>
          </a:p>
        </p:txBody>
      </p:sp>
      <p:sp>
        <p:nvSpPr>
          <p:cNvPr id="21" name="Textplatzhalter 15">
            <a:extLst>
              <a:ext uri="{FF2B5EF4-FFF2-40B4-BE49-F238E27FC236}">
                <a16:creationId xmlns:a16="http://schemas.microsoft.com/office/drawing/2014/main" id="{1255CEC0-0EDD-C242-B877-EDBAD5A8A85A}"/>
              </a:ext>
            </a:extLst>
          </p:cNvPr>
          <p:cNvSpPr>
            <a:spLocks noGrp="1"/>
          </p:cNvSpPr>
          <p:nvPr>
            <p:ph type="body" sz="quarter" idx="18" hasCustomPrompt="1"/>
          </p:nvPr>
        </p:nvSpPr>
        <p:spPr>
          <a:xfrm>
            <a:off x="4224338" y="4551161"/>
            <a:ext cx="3507577" cy="1764000"/>
          </a:xfrm>
          <a:prstGeom prst="rect">
            <a:avLst/>
          </a:prstGeom>
        </p:spPr>
        <p:txBody>
          <a:bodyPr/>
          <a:lstStyle>
            <a:lvl1pPr>
              <a:spcAft>
                <a:spcPts val="400"/>
              </a:spcAft>
              <a:defRPr sz="1700">
                <a:solidFill>
                  <a:schemeClr val="bg1"/>
                </a:solidFill>
              </a:defRPr>
            </a:lvl1pPr>
            <a:lvl2pPr>
              <a:spcAft>
                <a:spcPts val="400"/>
              </a:spcAft>
              <a:defRPr sz="1700">
                <a:solidFill>
                  <a:schemeClr val="bg1"/>
                </a:solidFill>
              </a:defRPr>
            </a:lvl2pPr>
            <a:lvl3pPr>
              <a:spcAft>
                <a:spcPts val="400"/>
              </a:spcAft>
              <a:defRPr sz="1700">
                <a:solidFill>
                  <a:schemeClr val="bg1"/>
                </a:solidFill>
              </a:defRPr>
            </a:lvl3pPr>
          </a:lstStyle>
          <a:p>
            <a:pPr lvl="0"/>
            <a:r>
              <a:rPr lang="en-US" noProof="0"/>
              <a:t>Edit Text</a:t>
            </a:r>
          </a:p>
          <a:p>
            <a:pPr lvl="1"/>
            <a:r>
              <a:rPr lang="en-US" noProof="0"/>
              <a:t>Second level</a:t>
            </a:r>
          </a:p>
          <a:p>
            <a:pPr lvl="2"/>
            <a:r>
              <a:rPr lang="en-US" noProof="0"/>
              <a:t>Third level</a:t>
            </a:r>
          </a:p>
        </p:txBody>
      </p:sp>
      <p:sp>
        <p:nvSpPr>
          <p:cNvPr id="23" name="Textplatzhalter 15">
            <a:extLst>
              <a:ext uri="{FF2B5EF4-FFF2-40B4-BE49-F238E27FC236}">
                <a16:creationId xmlns:a16="http://schemas.microsoft.com/office/drawing/2014/main" id="{CE79241A-8BEE-9C48-9425-3FCCA748E643}"/>
              </a:ext>
            </a:extLst>
          </p:cNvPr>
          <p:cNvSpPr>
            <a:spLocks noGrp="1"/>
          </p:cNvSpPr>
          <p:nvPr>
            <p:ph type="body" sz="quarter" idx="19" hasCustomPrompt="1"/>
          </p:nvPr>
        </p:nvSpPr>
        <p:spPr>
          <a:xfrm>
            <a:off x="7982402" y="4551161"/>
            <a:ext cx="3509849" cy="1764000"/>
          </a:xfrm>
          <a:prstGeom prst="rect">
            <a:avLst/>
          </a:prstGeom>
        </p:spPr>
        <p:txBody>
          <a:bodyPr/>
          <a:lstStyle>
            <a:lvl1pPr>
              <a:spcAft>
                <a:spcPts val="400"/>
              </a:spcAft>
              <a:defRPr sz="1700">
                <a:solidFill>
                  <a:schemeClr val="bg1"/>
                </a:solidFill>
              </a:defRPr>
            </a:lvl1pPr>
            <a:lvl2pPr>
              <a:spcAft>
                <a:spcPts val="400"/>
              </a:spcAft>
              <a:defRPr sz="1700">
                <a:solidFill>
                  <a:schemeClr val="bg1"/>
                </a:solidFill>
              </a:defRPr>
            </a:lvl2pPr>
            <a:lvl3pPr>
              <a:spcAft>
                <a:spcPts val="400"/>
              </a:spcAft>
              <a:defRPr sz="1700">
                <a:solidFill>
                  <a:schemeClr val="bg1"/>
                </a:solidFill>
              </a:defRPr>
            </a:lvl3pPr>
          </a:lstStyle>
          <a:p>
            <a:pPr lvl="0"/>
            <a:r>
              <a:rPr lang="en-US" noProof="0"/>
              <a:t>Edit Text</a:t>
            </a:r>
          </a:p>
          <a:p>
            <a:pPr lvl="1"/>
            <a:r>
              <a:rPr lang="en-US" noProof="0"/>
              <a:t>Second level</a:t>
            </a:r>
          </a:p>
          <a:p>
            <a:pPr lvl="2"/>
            <a:r>
              <a:rPr lang="en-US" noProof="0"/>
              <a:t>Third level</a:t>
            </a:r>
          </a:p>
        </p:txBody>
      </p:sp>
      <p:sp>
        <p:nvSpPr>
          <p:cNvPr id="24" name="Textplatzhalter 15">
            <a:extLst>
              <a:ext uri="{FF2B5EF4-FFF2-40B4-BE49-F238E27FC236}">
                <a16:creationId xmlns:a16="http://schemas.microsoft.com/office/drawing/2014/main" id="{3914B0CF-B75A-7D4E-ABF7-E078A328C552}"/>
              </a:ext>
            </a:extLst>
          </p:cNvPr>
          <p:cNvSpPr>
            <a:spLocks noGrp="1"/>
          </p:cNvSpPr>
          <p:nvPr>
            <p:ph type="body" sz="quarter" idx="23" hasCustomPrompt="1"/>
          </p:nvPr>
        </p:nvSpPr>
        <p:spPr>
          <a:xfrm>
            <a:off x="461737" y="4551161"/>
            <a:ext cx="3507577" cy="1764000"/>
          </a:xfrm>
          <a:prstGeom prst="rect">
            <a:avLst/>
          </a:prstGeom>
        </p:spPr>
        <p:txBody>
          <a:bodyPr/>
          <a:lstStyle>
            <a:lvl1pPr>
              <a:spcAft>
                <a:spcPts val="400"/>
              </a:spcAft>
              <a:defRPr sz="1700">
                <a:solidFill>
                  <a:schemeClr val="bg1"/>
                </a:solidFill>
              </a:defRPr>
            </a:lvl1pPr>
            <a:lvl2pPr>
              <a:spcAft>
                <a:spcPts val="400"/>
              </a:spcAft>
              <a:defRPr sz="1700">
                <a:solidFill>
                  <a:schemeClr val="bg1"/>
                </a:solidFill>
              </a:defRPr>
            </a:lvl2pPr>
            <a:lvl3pPr>
              <a:spcAft>
                <a:spcPts val="400"/>
              </a:spcAft>
              <a:defRPr sz="1700">
                <a:solidFill>
                  <a:schemeClr val="bg1"/>
                </a:solidFill>
              </a:defRPr>
            </a:lvl3pPr>
          </a:lstStyle>
          <a:p>
            <a:pPr lvl="0"/>
            <a:r>
              <a:rPr lang="en-US" noProof="0"/>
              <a:t>Edit Text</a:t>
            </a:r>
          </a:p>
          <a:p>
            <a:pPr lvl="1"/>
            <a:r>
              <a:rPr lang="en-US" noProof="0"/>
              <a:t>Second level</a:t>
            </a:r>
          </a:p>
          <a:p>
            <a:pPr lvl="2"/>
            <a:r>
              <a:rPr lang="en-US" noProof="0"/>
              <a:t>Third level</a:t>
            </a:r>
          </a:p>
        </p:txBody>
      </p:sp>
      <p:sp>
        <p:nvSpPr>
          <p:cNvPr id="17" name="Textplatzhalter 10">
            <a:extLst>
              <a:ext uri="{FF2B5EF4-FFF2-40B4-BE49-F238E27FC236}">
                <a16:creationId xmlns:a16="http://schemas.microsoft.com/office/drawing/2014/main" id="{E337EC29-0B69-524C-A63B-DF76F3752A68}"/>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solidFill>
                  <a:schemeClr val="bg1"/>
                </a:solidFill>
              </a:defRPr>
            </a:lvl1pPr>
            <a:lvl2pPr>
              <a:buNone/>
              <a:defRPr sz="700"/>
            </a:lvl2pPr>
            <a:lvl3pPr>
              <a:buNone/>
              <a:defRPr sz="700"/>
            </a:lvl3pPr>
            <a:lvl4pPr>
              <a:buNone/>
              <a:defRPr sz="700"/>
            </a:lvl4pPr>
            <a:lvl5pPr>
              <a:buNone/>
              <a:defRPr sz="700"/>
            </a:lvl5pPr>
          </a:lstStyle>
          <a:p>
            <a:pPr lvl="0"/>
            <a:r>
              <a:rPr lang="en-US" noProof="0"/>
              <a:t>Source</a:t>
            </a:r>
          </a:p>
        </p:txBody>
      </p:sp>
      <p:sp>
        <p:nvSpPr>
          <p:cNvPr id="18" name="Textplatzhalter 9">
            <a:extLst>
              <a:ext uri="{FF2B5EF4-FFF2-40B4-BE49-F238E27FC236}">
                <a16:creationId xmlns:a16="http://schemas.microsoft.com/office/drawing/2014/main" id="{2E54563A-E71C-3549-84AD-B8A0C4DD8940}"/>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25" name="Textplatzhalter 9">
            <a:extLst>
              <a:ext uri="{FF2B5EF4-FFF2-40B4-BE49-F238E27FC236}">
                <a16:creationId xmlns:a16="http://schemas.microsoft.com/office/drawing/2014/main" id="{59701D23-9A8D-C749-AEB8-A97B8E182A9F}"/>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4219527278"/>
      </p:ext>
    </p:extLst>
  </p:cSld>
  <p:clrMapOvr>
    <a:masterClrMapping/>
  </p:clrMapOvr>
  <p:extLst>
    <p:ext uri="{DCECCB84-F9BA-43D5-87BE-67443E8EF086}">
      <p15:sldGuideLst xmlns:p15="http://schemas.microsoft.com/office/powerpoint/2012/main">
        <p15:guide id="2" orient="horz" pos="286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Headline 2r | Facts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lvl1pPr>
              <a:defRPr>
                <a:solidFill>
                  <a:schemeClr val="bg1"/>
                </a:solidFill>
              </a:defRPr>
            </a:lvl1pPr>
          </a:lstStyle>
          <a:p>
            <a:fld id="{1FB8923F-5D14-B54D-83C1-CAEEA58BAC7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lvl1pPr>
              <a:defRPr>
                <a:solidFill>
                  <a:schemeClr val="bg1"/>
                </a:solidFill>
              </a:defRPr>
            </a:lvl1p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lvl1pPr>
              <a:defRPr>
                <a:solidFill>
                  <a:schemeClr val="bg1"/>
                </a:solidFill>
              </a:defRPr>
            </a:lvl1p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386557" y="4230929"/>
            <a:ext cx="1912937" cy="1309377"/>
          </a:xfrm>
          <a:prstGeom prst="rect">
            <a:avLst/>
          </a:prstGeom>
        </p:spPr>
        <p:txBody>
          <a:bodyPr rIns="0">
            <a:noAutofit/>
          </a:bodyPr>
          <a:lstStyle>
            <a:lvl1pPr marL="0" indent="0">
              <a:buClr>
                <a:schemeClr val="accent5"/>
              </a:buClr>
              <a:buSzPct val="120000"/>
              <a:buNone/>
              <a:defRPr sz="1700">
                <a:solidFill>
                  <a:schemeClr val="bg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9" name="Textfeld 8">
            <a:extLst>
              <a:ext uri="{FF2B5EF4-FFF2-40B4-BE49-F238E27FC236}">
                <a16:creationId xmlns:a16="http://schemas.microsoft.com/office/drawing/2014/main" id="{1197813E-2C44-E84D-9F88-6613911A0CE4}"/>
              </a:ext>
            </a:extLst>
          </p:cNvPr>
          <p:cNvSpPr txBox="1"/>
          <p:nvPr userDrawn="1"/>
        </p:nvSpPr>
        <p:spPr>
          <a:xfrm>
            <a:off x="386556"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01</a:t>
            </a:r>
          </a:p>
        </p:txBody>
      </p:sp>
      <p:sp>
        <p:nvSpPr>
          <p:cNvPr id="11" name="Textplatzhalter 3">
            <a:extLst>
              <a:ext uri="{FF2B5EF4-FFF2-40B4-BE49-F238E27FC236}">
                <a16:creationId xmlns:a16="http://schemas.microsoft.com/office/drawing/2014/main" id="{269FF1EE-52E8-F141-9E66-FA6807D3290C}"/>
              </a:ext>
            </a:extLst>
          </p:cNvPr>
          <p:cNvSpPr>
            <a:spLocks noGrp="1"/>
          </p:cNvSpPr>
          <p:nvPr>
            <p:ph type="body" sz="quarter" idx="20" hasCustomPrompt="1"/>
          </p:nvPr>
        </p:nvSpPr>
        <p:spPr>
          <a:xfrm>
            <a:off x="386556"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12" name="Textplatzhalter 3">
            <a:extLst>
              <a:ext uri="{FF2B5EF4-FFF2-40B4-BE49-F238E27FC236}">
                <a16:creationId xmlns:a16="http://schemas.microsoft.com/office/drawing/2014/main" id="{E6A2C81F-4FAC-D148-9943-F7C14D90731A}"/>
              </a:ext>
            </a:extLst>
          </p:cNvPr>
          <p:cNvSpPr>
            <a:spLocks noGrp="1"/>
          </p:cNvSpPr>
          <p:nvPr>
            <p:ph type="body" sz="quarter" idx="23" hasCustomPrompt="1"/>
          </p:nvPr>
        </p:nvSpPr>
        <p:spPr>
          <a:xfrm>
            <a:off x="386556"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18" name="Inhaltsplatzhalter 2">
            <a:extLst>
              <a:ext uri="{FF2B5EF4-FFF2-40B4-BE49-F238E27FC236}">
                <a16:creationId xmlns:a16="http://schemas.microsoft.com/office/drawing/2014/main" id="{9E19ADE0-FF19-C64D-9E44-B6868379D223}"/>
              </a:ext>
            </a:extLst>
          </p:cNvPr>
          <p:cNvSpPr>
            <a:spLocks noGrp="1"/>
          </p:cNvSpPr>
          <p:nvPr>
            <p:ph idx="24" hasCustomPrompt="1"/>
          </p:nvPr>
        </p:nvSpPr>
        <p:spPr>
          <a:xfrm>
            <a:off x="2799808" y="4891032"/>
            <a:ext cx="1912937" cy="1309377"/>
          </a:xfrm>
          <a:prstGeom prst="rect">
            <a:avLst/>
          </a:prstGeom>
        </p:spPr>
        <p:txBody>
          <a:bodyPr rIns="0">
            <a:noAutofit/>
          </a:bodyPr>
          <a:lstStyle>
            <a:lvl1pPr marL="0" indent="0">
              <a:buClr>
                <a:schemeClr val="accent5"/>
              </a:buClr>
              <a:buSzPct val="120000"/>
              <a:buNone/>
              <a:defRPr sz="1700">
                <a:solidFill>
                  <a:schemeClr val="bg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19" name="Textfeld 18">
            <a:extLst>
              <a:ext uri="{FF2B5EF4-FFF2-40B4-BE49-F238E27FC236}">
                <a16:creationId xmlns:a16="http://schemas.microsoft.com/office/drawing/2014/main" id="{B1129070-CA9F-C54E-9D8D-0E38B28494B4}"/>
              </a:ext>
            </a:extLst>
          </p:cNvPr>
          <p:cNvSpPr txBox="1"/>
          <p:nvPr userDrawn="1"/>
        </p:nvSpPr>
        <p:spPr>
          <a:xfrm>
            <a:off x="2799807" y="3002443"/>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02</a:t>
            </a:r>
          </a:p>
        </p:txBody>
      </p:sp>
      <p:sp>
        <p:nvSpPr>
          <p:cNvPr id="20" name="Textplatzhalter 3">
            <a:extLst>
              <a:ext uri="{FF2B5EF4-FFF2-40B4-BE49-F238E27FC236}">
                <a16:creationId xmlns:a16="http://schemas.microsoft.com/office/drawing/2014/main" id="{E5B34B96-A93D-6C48-A624-0F41C6D3B9B5}"/>
              </a:ext>
            </a:extLst>
          </p:cNvPr>
          <p:cNvSpPr>
            <a:spLocks noGrp="1"/>
          </p:cNvSpPr>
          <p:nvPr>
            <p:ph type="body" sz="quarter" idx="25" hasCustomPrompt="1"/>
          </p:nvPr>
        </p:nvSpPr>
        <p:spPr>
          <a:xfrm>
            <a:off x="2799807" y="4094850"/>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1" name="Textplatzhalter 3">
            <a:extLst>
              <a:ext uri="{FF2B5EF4-FFF2-40B4-BE49-F238E27FC236}">
                <a16:creationId xmlns:a16="http://schemas.microsoft.com/office/drawing/2014/main" id="{ADD9014A-E446-AC42-B8DE-0F9B6D588C55}"/>
              </a:ext>
            </a:extLst>
          </p:cNvPr>
          <p:cNvSpPr>
            <a:spLocks noGrp="1"/>
          </p:cNvSpPr>
          <p:nvPr>
            <p:ph type="body" sz="quarter" idx="26" hasCustomPrompt="1"/>
          </p:nvPr>
        </p:nvSpPr>
        <p:spPr>
          <a:xfrm>
            <a:off x="2799807" y="4407729"/>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2" name="Inhaltsplatzhalter 2">
            <a:extLst>
              <a:ext uri="{FF2B5EF4-FFF2-40B4-BE49-F238E27FC236}">
                <a16:creationId xmlns:a16="http://schemas.microsoft.com/office/drawing/2014/main" id="{86D5A02C-E0A4-7C45-9278-78C073C952B3}"/>
              </a:ext>
            </a:extLst>
          </p:cNvPr>
          <p:cNvSpPr>
            <a:spLocks noGrp="1"/>
          </p:cNvSpPr>
          <p:nvPr>
            <p:ph idx="27" hasCustomPrompt="1"/>
          </p:nvPr>
        </p:nvSpPr>
        <p:spPr>
          <a:xfrm>
            <a:off x="5160641" y="4230929"/>
            <a:ext cx="1912937" cy="1309377"/>
          </a:xfrm>
          <a:prstGeom prst="rect">
            <a:avLst/>
          </a:prstGeom>
        </p:spPr>
        <p:txBody>
          <a:bodyPr rIns="0">
            <a:noAutofit/>
          </a:bodyPr>
          <a:lstStyle>
            <a:lvl1pPr marL="0" indent="0">
              <a:buClr>
                <a:schemeClr val="accent5"/>
              </a:buClr>
              <a:buSzPct val="120000"/>
              <a:buNone/>
              <a:defRPr sz="1700">
                <a:solidFill>
                  <a:schemeClr val="bg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23" name="Textfeld 22">
            <a:extLst>
              <a:ext uri="{FF2B5EF4-FFF2-40B4-BE49-F238E27FC236}">
                <a16:creationId xmlns:a16="http://schemas.microsoft.com/office/drawing/2014/main" id="{DD90858E-B1CF-3247-9C9A-81817A0D490D}"/>
              </a:ext>
            </a:extLst>
          </p:cNvPr>
          <p:cNvSpPr txBox="1"/>
          <p:nvPr userDrawn="1"/>
        </p:nvSpPr>
        <p:spPr>
          <a:xfrm>
            <a:off x="5160640"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03</a:t>
            </a:r>
          </a:p>
        </p:txBody>
      </p:sp>
      <p:sp>
        <p:nvSpPr>
          <p:cNvPr id="24" name="Textplatzhalter 3">
            <a:extLst>
              <a:ext uri="{FF2B5EF4-FFF2-40B4-BE49-F238E27FC236}">
                <a16:creationId xmlns:a16="http://schemas.microsoft.com/office/drawing/2014/main" id="{EA340B2E-0D71-BD47-97CE-21777355519F}"/>
              </a:ext>
            </a:extLst>
          </p:cNvPr>
          <p:cNvSpPr>
            <a:spLocks noGrp="1"/>
          </p:cNvSpPr>
          <p:nvPr>
            <p:ph type="body" sz="quarter" idx="28" hasCustomPrompt="1"/>
          </p:nvPr>
        </p:nvSpPr>
        <p:spPr>
          <a:xfrm>
            <a:off x="5160640"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5" name="Textplatzhalter 3">
            <a:extLst>
              <a:ext uri="{FF2B5EF4-FFF2-40B4-BE49-F238E27FC236}">
                <a16:creationId xmlns:a16="http://schemas.microsoft.com/office/drawing/2014/main" id="{117FE934-701C-8A40-B044-C8EFE298F868}"/>
              </a:ext>
            </a:extLst>
          </p:cNvPr>
          <p:cNvSpPr>
            <a:spLocks noGrp="1"/>
          </p:cNvSpPr>
          <p:nvPr>
            <p:ph type="body" sz="quarter" idx="29" hasCustomPrompt="1"/>
          </p:nvPr>
        </p:nvSpPr>
        <p:spPr>
          <a:xfrm>
            <a:off x="5160640"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6" name="Inhaltsplatzhalter 2">
            <a:extLst>
              <a:ext uri="{FF2B5EF4-FFF2-40B4-BE49-F238E27FC236}">
                <a16:creationId xmlns:a16="http://schemas.microsoft.com/office/drawing/2014/main" id="{BEA13746-4225-8546-9AD2-125311CF28AD}"/>
              </a:ext>
            </a:extLst>
          </p:cNvPr>
          <p:cNvSpPr>
            <a:spLocks noGrp="1"/>
          </p:cNvSpPr>
          <p:nvPr>
            <p:ph idx="30" hasCustomPrompt="1"/>
          </p:nvPr>
        </p:nvSpPr>
        <p:spPr>
          <a:xfrm>
            <a:off x="7596750" y="4891032"/>
            <a:ext cx="1912937" cy="1309377"/>
          </a:xfrm>
          <a:prstGeom prst="rect">
            <a:avLst/>
          </a:prstGeom>
        </p:spPr>
        <p:txBody>
          <a:bodyPr rIns="0">
            <a:noAutofit/>
          </a:bodyPr>
          <a:lstStyle>
            <a:lvl1pPr marL="0" indent="0">
              <a:buClr>
                <a:schemeClr val="accent5"/>
              </a:buClr>
              <a:buSzPct val="120000"/>
              <a:buNone/>
              <a:defRPr sz="1700">
                <a:solidFill>
                  <a:schemeClr val="bg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27" name="Textfeld 26">
            <a:extLst>
              <a:ext uri="{FF2B5EF4-FFF2-40B4-BE49-F238E27FC236}">
                <a16:creationId xmlns:a16="http://schemas.microsoft.com/office/drawing/2014/main" id="{3404B823-BA4B-3247-B65E-0FA35B428340}"/>
              </a:ext>
            </a:extLst>
          </p:cNvPr>
          <p:cNvSpPr txBox="1"/>
          <p:nvPr userDrawn="1"/>
        </p:nvSpPr>
        <p:spPr>
          <a:xfrm>
            <a:off x="7596749" y="3002443"/>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04</a:t>
            </a:r>
          </a:p>
        </p:txBody>
      </p:sp>
      <p:sp>
        <p:nvSpPr>
          <p:cNvPr id="28" name="Textplatzhalter 3">
            <a:extLst>
              <a:ext uri="{FF2B5EF4-FFF2-40B4-BE49-F238E27FC236}">
                <a16:creationId xmlns:a16="http://schemas.microsoft.com/office/drawing/2014/main" id="{B89BBAE8-F0B1-4946-9B35-1C8A2480A6D1}"/>
              </a:ext>
            </a:extLst>
          </p:cNvPr>
          <p:cNvSpPr>
            <a:spLocks noGrp="1"/>
          </p:cNvSpPr>
          <p:nvPr>
            <p:ph type="body" sz="quarter" idx="31" hasCustomPrompt="1"/>
          </p:nvPr>
        </p:nvSpPr>
        <p:spPr>
          <a:xfrm>
            <a:off x="7596749" y="4094850"/>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9" name="Textplatzhalter 3">
            <a:extLst>
              <a:ext uri="{FF2B5EF4-FFF2-40B4-BE49-F238E27FC236}">
                <a16:creationId xmlns:a16="http://schemas.microsoft.com/office/drawing/2014/main" id="{D37BB88F-AC59-DE44-8614-642B894B1308}"/>
              </a:ext>
            </a:extLst>
          </p:cNvPr>
          <p:cNvSpPr>
            <a:spLocks noGrp="1"/>
          </p:cNvSpPr>
          <p:nvPr>
            <p:ph type="body" sz="quarter" idx="32" hasCustomPrompt="1"/>
          </p:nvPr>
        </p:nvSpPr>
        <p:spPr>
          <a:xfrm>
            <a:off x="7596749" y="4407729"/>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0" name="Inhaltsplatzhalter 2">
            <a:extLst>
              <a:ext uri="{FF2B5EF4-FFF2-40B4-BE49-F238E27FC236}">
                <a16:creationId xmlns:a16="http://schemas.microsoft.com/office/drawing/2014/main" id="{7CB2B12B-FAC4-F54D-92A4-80EC458EEB79}"/>
              </a:ext>
            </a:extLst>
          </p:cNvPr>
          <p:cNvSpPr>
            <a:spLocks noGrp="1"/>
          </p:cNvSpPr>
          <p:nvPr>
            <p:ph idx="33" hasCustomPrompt="1"/>
          </p:nvPr>
        </p:nvSpPr>
        <p:spPr>
          <a:xfrm>
            <a:off x="9912351" y="4230929"/>
            <a:ext cx="1912937" cy="1309377"/>
          </a:xfrm>
          <a:prstGeom prst="rect">
            <a:avLst/>
          </a:prstGeom>
        </p:spPr>
        <p:txBody>
          <a:bodyPr rIns="0">
            <a:noAutofit/>
          </a:bodyPr>
          <a:lstStyle>
            <a:lvl1pPr marL="0" indent="0">
              <a:buClr>
                <a:schemeClr val="accent5"/>
              </a:buClr>
              <a:buSzPct val="120000"/>
              <a:buNone/>
              <a:defRPr sz="1700">
                <a:solidFill>
                  <a:schemeClr val="bg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31" name="Textfeld 30">
            <a:extLst>
              <a:ext uri="{FF2B5EF4-FFF2-40B4-BE49-F238E27FC236}">
                <a16:creationId xmlns:a16="http://schemas.microsoft.com/office/drawing/2014/main" id="{33B4E22E-C8FC-3F4D-9EDC-4441F2B4F2FA}"/>
              </a:ext>
            </a:extLst>
          </p:cNvPr>
          <p:cNvSpPr txBox="1"/>
          <p:nvPr userDrawn="1"/>
        </p:nvSpPr>
        <p:spPr>
          <a:xfrm>
            <a:off x="9912350"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05</a:t>
            </a:r>
          </a:p>
        </p:txBody>
      </p:sp>
      <p:sp>
        <p:nvSpPr>
          <p:cNvPr id="32" name="Textplatzhalter 3">
            <a:extLst>
              <a:ext uri="{FF2B5EF4-FFF2-40B4-BE49-F238E27FC236}">
                <a16:creationId xmlns:a16="http://schemas.microsoft.com/office/drawing/2014/main" id="{42446B37-4D88-5146-9386-A3AB344D8314}"/>
              </a:ext>
            </a:extLst>
          </p:cNvPr>
          <p:cNvSpPr>
            <a:spLocks noGrp="1"/>
          </p:cNvSpPr>
          <p:nvPr>
            <p:ph type="body" sz="quarter" idx="34" hasCustomPrompt="1"/>
          </p:nvPr>
        </p:nvSpPr>
        <p:spPr>
          <a:xfrm>
            <a:off x="9912350"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3" name="Textplatzhalter 3">
            <a:extLst>
              <a:ext uri="{FF2B5EF4-FFF2-40B4-BE49-F238E27FC236}">
                <a16:creationId xmlns:a16="http://schemas.microsoft.com/office/drawing/2014/main" id="{8FFE2221-ECC5-DB40-A7FF-F7C75C4E58D5}"/>
              </a:ext>
            </a:extLst>
          </p:cNvPr>
          <p:cNvSpPr>
            <a:spLocks noGrp="1"/>
          </p:cNvSpPr>
          <p:nvPr>
            <p:ph type="body" sz="quarter" idx="35" hasCustomPrompt="1"/>
          </p:nvPr>
        </p:nvSpPr>
        <p:spPr>
          <a:xfrm>
            <a:off x="9912350"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pic>
        <p:nvPicPr>
          <p:cNvPr id="34" name="Grafik 33" descr="Ein Bild, das Text enthält.&#10;&#10;Automatisch generierte Beschreibung">
            <a:extLst>
              <a:ext uri="{FF2B5EF4-FFF2-40B4-BE49-F238E27FC236}">
                <a16:creationId xmlns:a16="http://schemas.microsoft.com/office/drawing/2014/main" id="{10800EC6-804B-1E4E-BBD1-A626FE8CA2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8800" y="-12917"/>
            <a:ext cx="2263200" cy="1063520"/>
          </a:xfrm>
          <a:prstGeom prst="rect">
            <a:avLst/>
          </a:prstGeom>
        </p:spPr>
      </p:pic>
      <p:sp>
        <p:nvSpPr>
          <p:cNvPr id="36" name="Textplatzhalter 10">
            <a:extLst>
              <a:ext uri="{FF2B5EF4-FFF2-40B4-BE49-F238E27FC236}">
                <a16:creationId xmlns:a16="http://schemas.microsoft.com/office/drawing/2014/main" id="{38DC6294-1536-F146-818C-D2E8287037F0}"/>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solidFill>
                  <a:schemeClr val="bg1"/>
                </a:solidFill>
              </a:defRPr>
            </a:lvl1pPr>
            <a:lvl2pPr>
              <a:buNone/>
              <a:defRPr sz="700"/>
            </a:lvl2pPr>
            <a:lvl3pPr>
              <a:buNone/>
              <a:defRPr sz="700"/>
            </a:lvl3pPr>
            <a:lvl4pPr>
              <a:buNone/>
              <a:defRPr sz="700"/>
            </a:lvl4pPr>
            <a:lvl5pPr>
              <a:buNone/>
              <a:defRPr sz="700"/>
            </a:lvl5pPr>
          </a:lstStyle>
          <a:p>
            <a:pPr lvl="0"/>
            <a:r>
              <a:rPr lang="en-US" noProof="0"/>
              <a:t>Source</a:t>
            </a:r>
          </a:p>
        </p:txBody>
      </p:sp>
      <p:sp>
        <p:nvSpPr>
          <p:cNvPr id="35" name="Textplatzhalter 9">
            <a:extLst>
              <a:ext uri="{FF2B5EF4-FFF2-40B4-BE49-F238E27FC236}">
                <a16:creationId xmlns:a16="http://schemas.microsoft.com/office/drawing/2014/main" id="{33DE9ED1-BBF2-B840-A85B-3AF052D59FB4}"/>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37" name="Textplatzhalter 9">
            <a:extLst>
              <a:ext uri="{FF2B5EF4-FFF2-40B4-BE49-F238E27FC236}">
                <a16:creationId xmlns:a16="http://schemas.microsoft.com/office/drawing/2014/main" id="{54A89AD9-87B2-8F48-A681-D13BB6B22DCE}"/>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97009279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Headline 2r | Facts Black-Color">
    <p:bg>
      <p:bgPr>
        <a:solidFill>
          <a:schemeClr val="tx1"/>
        </a:solidFill>
        <a:effectLst/>
      </p:bgPr>
    </p:bg>
    <p:spTree>
      <p:nvGrpSpPr>
        <p:cNvPr id="1" name=""/>
        <p:cNvGrpSpPr/>
        <p:nvPr/>
      </p:nvGrpSpPr>
      <p:grpSpPr>
        <a:xfrm>
          <a:off x="0" y="0"/>
          <a:ext cx="0" cy="0"/>
          <a:chOff x="0" y="0"/>
          <a:chExt cx="0" cy="0"/>
        </a:xfrm>
      </p:grpSpPr>
      <p:sp>
        <p:nvSpPr>
          <p:cNvPr id="35" name="Freihandform 34">
            <a:extLst>
              <a:ext uri="{FF2B5EF4-FFF2-40B4-BE49-F238E27FC236}">
                <a16:creationId xmlns:a16="http://schemas.microsoft.com/office/drawing/2014/main" id="{4F371DBD-0789-AA45-9959-4449D48C1B23}"/>
              </a:ext>
            </a:extLst>
          </p:cNvPr>
          <p:cNvSpPr/>
          <p:nvPr userDrawn="1"/>
        </p:nvSpPr>
        <p:spPr>
          <a:xfrm>
            <a:off x="0" y="1533480"/>
            <a:ext cx="12192000" cy="5324520"/>
          </a:xfrm>
          <a:custGeom>
            <a:avLst/>
            <a:gdLst>
              <a:gd name="connsiteX0" fmla="*/ 12192000 w 12192000"/>
              <a:gd name="connsiteY0" fmla="*/ 0 h 5324520"/>
              <a:gd name="connsiteX1" fmla="*/ 12192000 w 12192000"/>
              <a:gd name="connsiteY1" fmla="*/ 5324520 h 5324520"/>
              <a:gd name="connsiteX2" fmla="*/ 0 w 12192000"/>
              <a:gd name="connsiteY2" fmla="*/ 5324520 h 5324520"/>
              <a:gd name="connsiteX3" fmla="*/ 0 w 12192000"/>
              <a:gd name="connsiteY3" fmla="*/ 852548 h 5324520"/>
            </a:gdLst>
            <a:ahLst/>
            <a:cxnLst>
              <a:cxn ang="0">
                <a:pos x="connsiteX0" y="connsiteY0"/>
              </a:cxn>
              <a:cxn ang="0">
                <a:pos x="connsiteX1" y="connsiteY1"/>
              </a:cxn>
              <a:cxn ang="0">
                <a:pos x="connsiteX2" y="connsiteY2"/>
              </a:cxn>
              <a:cxn ang="0">
                <a:pos x="connsiteX3" y="connsiteY3"/>
              </a:cxn>
            </a:cxnLst>
            <a:rect l="l" t="t" r="r" b="b"/>
            <a:pathLst>
              <a:path w="12192000" h="5324520">
                <a:moveTo>
                  <a:pt x="12192000" y="0"/>
                </a:moveTo>
                <a:lnTo>
                  <a:pt x="12192000" y="5324520"/>
                </a:lnTo>
                <a:lnTo>
                  <a:pt x="0" y="5324520"/>
                </a:lnTo>
                <a:lnTo>
                  <a:pt x="0" y="85254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noProof="0"/>
          </a:p>
        </p:txBody>
      </p:sp>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F95F88DC-79E6-1C4C-8041-BD0543DAE3E2}"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386557" y="4230929"/>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9" name="Textfeld 8">
            <a:extLst>
              <a:ext uri="{FF2B5EF4-FFF2-40B4-BE49-F238E27FC236}">
                <a16:creationId xmlns:a16="http://schemas.microsoft.com/office/drawing/2014/main" id="{1197813E-2C44-E84D-9F88-6613911A0CE4}"/>
              </a:ext>
            </a:extLst>
          </p:cNvPr>
          <p:cNvSpPr txBox="1"/>
          <p:nvPr userDrawn="1"/>
        </p:nvSpPr>
        <p:spPr>
          <a:xfrm>
            <a:off x="386556"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01</a:t>
            </a:r>
          </a:p>
        </p:txBody>
      </p:sp>
      <p:sp>
        <p:nvSpPr>
          <p:cNvPr id="11" name="Textplatzhalter 3">
            <a:extLst>
              <a:ext uri="{FF2B5EF4-FFF2-40B4-BE49-F238E27FC236}">
                <a16:creationId xmlns:a16="http://schemas.microsoft.com/office/drawing/2014/main" id="{269FF1EE-52E8-F141-9E66-FA6807D3290C}"/>
              </a:ext>
            </a:extLst>
          </p:cNvPr>
          <p:cNvSpPr>
            <a:spLocks noGrp="1"/>
          </p:cNvSpPr>
          <p:nvPr>
            <p:ph type="body" sz="quarter" idx="20" hasCustomPrompt="1"/>
          </p:nvPr>
        </p:nvSpPr>
        <p:spPr>
          <a:xfrm>
            <a:off x="386556"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12" name="Textplatzhalter 3">
            <a:extLst>
              <a:ext uri="{FF2B5EF4-FFF2-40B4-BE49-F238E27FC236}">
                <a16:creationId xmlns:a16="http://schemas.microsoft.com/office/drawing/2014/main" id="{E6A2C81F-4FAC-D148-9943-F7C14D90731A}"/>
              </a:ext>
            </a:extLst>
          </p:cNvPr>
          <p:cNvSpPr>
            <a:spLocks noGrp="1"/>
          </p:cNvSpPr>
          <p:nvPr>
            <p:ph type="body" sz="quarter" idx="23" hasCustomPrompt="1"/>
          </p:nvPr>
        </p:nvSpPr>
        <p:spPr>
          <a:xfrm>
            <a:off x="386556"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18" name="Inhaltsplatzhalter 2">
            <a:extLst>
              <a:ext uri="{FF2B5EF4-FFF2-40B4-BE49-F238E27FC236}">
                <a16:creationId xmlns:a16="http://schemas.microsoft.com/office/drawing/2014/main" id="{9E19ADE0-FF19-C64D-9E44-B6868379D223}"/>
              </a:ext>
            </a:extLst>
          </p:cNvPr>
          <p:cNvSpPr>
            <a:spLocks noGrp="1"/>
          </p:cNvSpPr>
          <p:nvPr>
            <p:ph idx="24" hasCustomPrompt="1"/>
          </p:nvPr>
        </p:nvSpPr>
        <p:spPr>
          <a:xfrm>
            <a:off x="2799808" y="4891032"/>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19" name="Textfeld 18">
            <a:extLst>
              <a:ext uri="{FF2B5EF4-FFF2-40B4-BE49-F238E27FC236}">
                <a16:creationId xmlns:a16="http://schemas.microsoft.com/office/drawing/2014/main" id="{B1129070-CA9F-C54E-9D8D-0E38B28494B4}"/>
              </a:ext>
            </a:extLst>
          </p:cNvPr>
          <p:cNvSpPr txBox="1"/>
          <p:nvPr userDrawn="1"/>
        </p:nvSpPr>
        <p:spPr>
          <a:xfrm>
            <a:off x="2799807" y="3002443"/>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02</a:t>
            </a:r>
          </a:p>
        </p:txBody>
      </p:sp>
      <p:sp>
        <p:nvSpPr>
          <p:cNvPr id="20" name="Textplatzhalter 3">
            <a:extLst>
              <a:ext uri="{FF2B5EF4-FFF2-40B4-BE49-F238E27FC236}">
                <a16:creationId xmlns:a16="http://schemas.microsoft.com/office/drawing/2014/main" id="{E5B34B96-A93D-6C48-A624-0F41C6D3B9B5}"/>
              </a:ext>
            </a:extLst>
          </p:cNvPr>
          <p:cNvSpPr>
            <a:spLocks noGrp="1"/>
          </p:cNvSpPr>
          <p:nvPr>
            <p:ph type="body" sz="quarter" idx="25" hasCustomPrompt="1"/>
          </p:nvPr>
        </p:nvSpPr>
        <p:spPr>
          <a:xfrm>
            <a:off x="2799807" y="4094850"/>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1" name="Textplatzhalter 3">
            <a:extLst>
              <a:ext uri="{FF2B5EF4-FFF2-40B4-BE49-F238E27FC236}">
                <a16:creationId xmlns:a16="http://schemas.microsoft.com/office/drawing/2014/main" id="{ADD9014A-E446-AC42-B8DE-0F9B6D588C55}"/>
              </a:ext>
            </a:extLst>
          </p:cNvPr>
          <p:cNvSpPr>
            <a:spLocks noGrp="1"/>
          </p:cNvSpPr>
          <p:nvPr>
            <p:ph type="body" sz="quarter" idx="26" hasCustomPrompt="1"/>
          </p:nvPr>
        </p:nvSpPr>
        <p:spPr>
          <a:xfrm>
            <a:off x="2799807" y="4407729"/>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2" name="Inhaltsplatzhalter 2">
            <a:extLst>
              <a:ext uri="{FF2B5EF4-FFF2-40B4-BE49-F238E27FC236}">
                <a16:creationId xmlns:a16="http://schemas.microsoft.com/office/drawing/2014/main" id="{86D5A02C-E0A4-7C45-9278-78C073C952B3}"/>
              </a:ext>
            </a:extLst>
          </p:cNvPr>
          <p:cNvSpPr>
            <a:spLocks noGrp="1"/>
          </p:cNvSpPr>
          <p:nvPr>
            <p:ph idx="27" hasCustomPrompt="1"/>
          </p:nvPr>
        </p:nvSpPr>
        <p:spPr>
          <a:xfrm>
            <a:off x="5160641" y="4230929"/>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23" name="Textfeld 22">
            <a:extLst>
              <a:ext uri="{FF2B5EF4-FFF2-40B4-BE49-F238E27FC236}">
                <a16:creationId xmlns:a16="http://schemas.microsoft.com/office/drawing/2014/main" id="{DD90858E-B1CF-3247-9C9A-81817A0D490D}"/>
              </a:ext>
            </a:extLst>
          </p:cNvPr>
          <p:cNvSpPr txBox="1"/>
          <p:nvPr userDrawn="1"/>
        </p:nvSpPr>
        <p:spPr>
          <a:xfrm>
            <a:off x="5160640"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03</a:t>
            </a:r>
          </a:p>
        </p:txBody>
      </p:sp>
      <p:sp>
        <p:nvSpPr>
          <p:cNvPr id="24" name="Textplatzhalter 3">
            <a:extLst>
              <a:ext uri="{FF2B5EF4-FFF2-40B4-BE49-F238E27FC236}">
                <a16:creationId xmlns:a16="http://schemas.microsoft.com/office/drawing/2014/main" id="{EA340B2E-0D71-BD47-97CE-21777355519F}"/>
              </a:ext>
            </a:extLst>
          </p:cNvPr>
          <p:cNvSpPr>
            <a:spLocks noGrp="1"/>
          </p:cNvSpPr>
          <p:nvPr>
            <p:ph type="body" sz="quarter" idx="28" hasCustomPrompt="1"/>
          </p:nvPr>
        </p:nvSpPr>
        <p:spPr>
          <a:xfrm>
            <a:off x="5160640"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5" name="Textplatzhalter 3">
            <a:extLst>
              <a:ext uri="{FF2B5EF4-FFF2-40B4-BE49-F238E27FC236}">
                <a16:creationId xmlns:a16="http://schemas.microsoft.com/office/drawing/2014/main" id="{117FE934-701C-8A40-B044-C8EFE298F868}"/>
              </a:ext>
            </a:extLst>
          </p:cNvPr>
          <p:cNvSpPr>
            <a:spLocks noGrp="1"/>
          </p:cNvSpPr>
          <p:nvPr>
            <p:ph type="body" sz="quarter" idx="29" hasCustomPrompt="1"/>
          </p:nvPr>
        </p:nvSpPr>
        <p:spPr>
          <a:xfrm>
            <a:off x="5160640"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6" name="Inhaltsplatzhalter 2">
            <a:extLst>
              <a:ext uri="{FF2B5EF4-FFF2-40B4-BE49-F238E27FC236}">
                <a16:creationId xmlns:a16="http://schemas.microsoft.com/office/drawing/2014/main" id="{BEA13746-4225-8546-9AD2-125311CF28AD}"/>
              </a:ext>
            </a:extLst>
          </p:cNvPr>
          <p:cNvSpPr>
            <a:spLocks noGrp="1"/>
          </p:cNvSpPr>
          <p:nvPr>
            <p:ph idx="30" hasCustomPrompt="1"/>
          </p:nvPr>
        </p:nvSpPr>
        <p:spPr>
          <a:xfrm>
            <a:off x="7596750" y="4891032"/>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27" name="Textfeld 26">
            <a:extLst>
              <a:ext uri="{FF2B5EF4-FFF2-40B4-BE49-F238E27FC236}">
                <a16:creationId xmlns:a16="http://schemas.microsoft.com/office/drawing/2014/main" id="{3404B823-BA4B-3247-B65E-0FA35B428340}"/>
              </a:ext>
            </a:extLst>
          </p:cNvPr>
          <p:cNvSpPr txBox="1"/>
          <p:nvPr userDrawn="1"/>
        </p:nvSpPr>
        <p:spPr>
          <a:xfrm>
            <a:off x="7596749" y="3002443"/>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04</a:t>
            </a:r>
          </a:p>
        </p:txBody>
      </p:sp>
      <p:sp>
        <p:nvSpPr>
          <p:cNvPr id="28" name="Textplatzhalter 3">
            <a:extLst>
              <a:ext uri="{FF2B5EF4-FFF2-40B4-BE49-F238E27FC236}">
                <a16:creationId xmlns:a16="http://schemas.microsoft.com/office/drawing/2014/main" id="{B89BBAE8-F0B1-4946-9B35-1C8A2480A6D1}"/>
              </a:ext>
            </a:extLst>
          </p:cNvPr>
          <p:cNvSpPr>
            <a:spLocks noGrp="1"/>
          </p:cNvSpPr>
          <p:nvPr>
            <p:ph type="body" sz="quarter" idx="31" hasCustomPrompt="1"/>
          </p:nvPr>
        </p:nvSpPr>
        <p:spPr>
          <a:xfrm>
            <a:off x="7596749" y="4094850"/>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9" name="Textplatzhalter 3">
            <a:extLst>
              <a:ext uri="{FF2B5EF4-FFF2-40B4-BE49-F238E27FC236}">
                <a16:creationId xmlns:a16="http://schemas.microsoft.com/office/drawing/2014/main" id="{D37BB88F-AC59-DE44-8614-642B894B1308}"/>
              </a:ext>
            </a:extLst>
          </p:cNvPr>
          <p:cNvSpPr>
            <a:spLocks noGrp="1"/>
          </p:cNvSpPr>
          <p:nvPr>
            <p:ph type="body" sz="quarter" idx="32" hasCustomPrompt="1"/>
          </p:nvPr>
        </p:nvSpPr>
        <p:spPr>
          <a:xfrm>
            <a:off x="7596749" y="4407729"/>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0" name="Inhaltsplatzhalter 2">
            <a:extLst>
              <a:ext uri="{FF2B5EF4-FFF2-40B4-BE49-F238E27FC236}">
                <a16:creationId xmlns:a16="http://schemas.microsoft.com/office/drawing/2014/main" id="{7CB2B12B-FAC4-F54D-92A4-80EC458EEB79}"/>
              </a:ext>
            </a:extLst>
          </p:cNvPr>
          <p:cNvSpPr>
            <a:spLocks noGrp="1"/>
          </p:cNvSpPr>
          <p:nvPr>
            <p:ph idx="33" hasCustomPrompt="1"/>
          </p:nvPr>
        </p:nvSpPr>
        <p:spPr>
          <a:xfrm>
            <a:off x="9912351" y="4230929"/>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31" name="Textfeld 30">
            <a:extLst>
              <a:ext uri="{FF2B5EF4-FFF2-40B4-BE49-F238E27FC236}">
                <a16:creationId xmlns:a16="http://schemas.microsoft.com/office/drawing/2014/main" id="{33B4E22E-C8FC-3F4D-9EDC-4441F2B4F2FA}"/>
              </a:ext>
            </a:extLst>
          </p:cNvPr>
          <p:cNvSpPr txBox="1"/>
          <p:nvPr userDrawn="1"/>
        </p:nvSpPr>
        <p:spPr>
          <a:xfrm>
            <a:off x="9912350"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05</a:t>
            </a:r>
          </a:p>
        </p:txBody>
      </p:sp>
      <p:sp>
        <p:nvSpPr>
          <p:cNvPr id="32" name="Textplatzhalter 3">
            <a:extLst>
              <a:ext uri="{FF2B5EF4-FFF2-40B4-BE49-F238E27FC236}">
                <a16:creationId xmlns:a16="http://schemas.microsoft.com/office/drawing/2014/main" id="{42446B37-4D88-5146-9386-A3AB344D8314}"/>
              </a:ext>
            </a:extLst>
          </p:cNvPr>
          <p:cNvSpPr>
            <a:spLocks noGrp="1"/>
          </p:cNvSpPr>
          <p:nvPr>
            <p:ph type="body" sz="quarter" idx="34" hasCustomPrompt="1"/>
          </p:nvPr>
        </p:nvSpPr>
        <p:spPr>
          <a:xfrm>
            <a:off x="9912350"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3" name="Textplatzhalter 3">
            <a:extLst>
              <a:ext uri="{FF2B5EF4-FFF2-40B4-BE49-F238E27FC236}">
                <a16:creationId xmlns:a16="http://schemas.microsoft.com/office/drawing/2014/main" id="{8FFE2221-ECC5-DB40-A7FF-F7C75C4E58D5}"/>
              </a:ext>
            </a:extLst>
          </p:cNvPr>
          <p:cNvSpPr>
            <a:spLocks noGrp="1"/>
          </p:cNvSpPr>
          <p:nvPr>
            <p:ph type="body" sz="quarter" idx="35" hasCustomPrompt="1"/>
          </p:nvPr>
        </p:nvSpPr>
        <p:spPr>
          <a:xfrm>
            <a:off x="9912350"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pic>
        <p:nvPicPr>
          <p:cNvPr id="36" name="Grafik 35" descr="Ein Bild, das Text enthält.&#10;&#10;Automatisch generierte Beschreibung">
            <a:extLst>
              <a:ext uri="{FF2B5EF4-FFF2-40B4-BE49-F238E27FC236}">
                <a16:creationId xmlns:a16="http://schemas.microsoft.com/office/drawing/2014/main" id="{645E7570-10DB-4C43-A25A-6B6F04EC29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8800" y="-12917"/>
            <a:ext cx="2263200" cy="1063520"/>
          </a:xfrm>
          <a:prstGeom prst="rect">
            <a:avLst/>
          </a:prstGeom>
        </p:spPr>
      </p:pic>
      <p:sp>
        <p:nvSpPr>
          <p:cNvPr id="34" name="Textplatzhalter 10">
            <a:extLst>
              <a:ext uri="{FF2B5EF4-FFF2-40B4-BE49-F238E27FC236}">
                <a16:creationId xmlns:a16="http://schemas.microsoft.com/office/drawing/2014/main" id="{A36753FD-A5AE-8C43-85AA-4F5DCCE393C9}"/>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37" name="Textplatzhalter 9">
            <a:extLst>
              <a:ext uri="{FF2B5EF4-FFF2-40B4-BE49-F238E27FC236}">
                <a16:creationId xmlns:a16="http://schemas.microsoft.com/office/drawing/2014/main" id="{08BADD49-A370-F040-98DB-19581EE48795}"/>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38" name="Textplatzhalter 9">
            <a:extLst>
              <a:ext uri="{FF2B5EF4-FFF2-40B4-BE49-F238E27FC236}">
                <a16:creationId xmlns:a16="http://schemas.microsoft.com/office/drawing/2014/main" id="{3AF5ACD7-79C0-2F49-9FCF-0788C5C474A0}"/>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178458558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 Facts White-Color">
    <p:bg>
      <p:bgPr>
        <a:solidFill>
          <a:schemeClr val="bg1"/>
        </a:solidFill>
        <a:effectLst/>
      </p:bgPr>
    </p:bg>
    <p:spTree>
      <p:nvGrpSpPr>
        <p:cNvPr id="1" name=""/>
        <p:cNvGrpSpPr/>
        <p:nvPr/>
      </p:nvGrpSpPr>
      <p:grpSpPr>
        <a:xfrm>
          <a:off x="0" y="0"/>
          <a:ext cx="0" cy="0"/>
          <a:chOff x="0" y="0"/>
          <a:chExt cx="0" cy="0"/>
        </a:xfrm>
      </p:grpSpPr>
      <p:sp>
        <p:nvSpPr>
          <p:cNvPr id="35" name="Freihandform 34">
            <a:extLst>
              <a:ext uri="{FF2B5EF4-FFF2-40B4-BE49-F238E27FC236}">
                <a16:creationId xmlns:a16="http://schemas.microsoft.com/office/drawing/2014/main" id="{4F371DBD-0789-AA45-9959-4449D48C1B23}"/>
              </a:ext>
            </a:extLst>
          </p:cNvPr>
          <p:cNvSpPr/>
          <p:nvPr userDrawn="1"/>
        </p:nvSpPr>
        <p:spPr>
          <a:xfrm>
            <a:off x="0" y="1533480"/>
            <a:ext cx="12192000" cy="5324520"/>
          </a:xfrm>
          <a:custGeom>
            <a:avLst/>
            <a:gdLst>
              <a:gd name="connsiteX0" fmla="*/ 12192000 w 12192000"/>
              <a:gd name="connsiteY0" fmla="*/ 0 h 5324520"/>
              <a:gd name="connsiteX1" fmla="*/ 12192000 w 12192000"/>
              <a:gd name="connsiteY1" fmla="*/ 5324520 h 5324520"/>
              <a:gd name="connsiteX2" fmla="*/ 0 w 12192000"/>
              <a:gd name="connsiteY2" fmla="*/ 5324520 h 5324520"/>
              <a:gd name="connsiteX3" fmla="*/ 0 w 12192000"/>
              <a:gd name="connsiteY3" fmla="*/ 852548 h 5324520"/>
            </a:gdLst>
            <a:ahLst/>
            <a:cxnLst>
              <a:cxn ang="0">
                <a:pos x="connsiteX0" y="connsiteY0"/>
              </a:cxn>
              <a:cxn ang="0">
                <a:pos x="connsiteX1" y="connsiteY1"/>
              </a:cxn>
              <a:cxn ang="0">
                <a:pos x="connsiteX2" y="connsiteY2"/>
              </a:cxn>
              <a:cxn ang="0">
                <a:pos x="connsiteX3" y="connsiteY3"/>
              </a:cxn>
            </a:cxnLst>
            <a:rect l="l" t="t" r="r" b="b"/>
            <a:pathLst>
              <a:path w="12192000" h="5324520">
                <a:moveTo>
                  <a:pt x="12192000" y="0"/>
                </a:moveTo>
                <a:lnTo>
                  <a:pt x="12192000" y="5324520"/>
                </a:lnTo>
                <a:lnTo>
                  <a:pt x="0" y="5324520"/>
                </a:lnTo>
                <a:lnTo>
                  <a:pt x="0" y="85254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noProof="0"/>
          </a:p>
        </p:txBody>
      </p:sp>
      <p:sp>
        <p:nvSpPr>
          <p:cNvPr id="3" name="Datumsplatzhalter 2">
            <a:extLst>
              <a:ext uri="{FF2B5EF4-FFF2-40B4-BE49-F238E27FC236}">
                <a16:creationId xmlns:a16="http://schemas.microsoft.com/office/drawing/2014/main" id="{39C8E414-AABA-4932-9DA2-ED027C851AC9}"/>
              </a:ext>
            </a:extLst>
          </p:cNvPr>
          <p:cNvSpPr>
            <a:spLocks noGrp="1"/>
          </p:cNvSpPr>
          <p:nvPr>
            <p:ph type="dt" sz="half" idx="10"/>
          </p:nvPr>
        </p:nvSpPr>
        <p:spPr/>
        <p:txBody>
          <a:bodyPr/>
          <a:lstStyle/>
          <a:p>
            <a:fld id="{8A5667DB-2839-644E-8444-80F2C4160D1F}" type="datetime1">
              <a:rPr lang="en-US" noProof="0" smtClean="0"/>
              <a:t>9/24/25</a:t>
            </a:fld>
            <a:endParaRPr lang="en-US" noProof="0"/>
          </a:p>
        </p:txBody>
      </p:sp>
      <p:sp>
        <p:nvSpPr>
          <p:cNvPr id="4" name="Fußzeilenplatzhalter 3">
            <a:extLst>
              <a:ext uri="{FF2B5EF4-FFF2-40B4-BE49-F238E27FC236}">
                <a16:creationId xmlns:a16="http://schemas.microsoft.com/office/drawing/2014/main" id="{88DF5653-41EA-4FE4-A4BE-2DEF6044605D}"/>
              </a:ext>
            </a:extLst>
          </p:cNvPr>
          <p:cNvSpPr>
            <a:spLocks noGrp="1"/>
          </p:cNvSpPr>
          <p:nvPr>
            <p:ph type="ftr" sz="quarter" idx="11"/>
          </p:nvPr>
        </p:nvSpPr>
        <p:spPr/>
        <p:txBody>
          <a:bodyPr/>
          <a:lstStyle/>
          <a:p>
            <a:r>
              <a:rPr lang="en-US" noProof="0"/>
              <a:t>Footer</a:t>
            </a:r>
          </a:p>
        </p:txBody>
      </p:sp>
      <p:sp>
        <p:nvSpPr>
          <p:cNvPr id="5" name="Foliennummernplatzhalter 4">
            <a:extLst>
              <a:ext uri="{FF2B5EF4-FFF2-40B4-BE49-F238E27FC236}">
                <a16:creationId xmlns:a16="http://schemas.microsoft.com/office/drawing/2014/main" id="{2DE45B4F-F38E-43B2-9AB1-8216E5CB96AA}"/>
              </a:ext>
            </a:extLst>
          </p:cNvPr>
          <p:cNvSpPr>
            <a:spLocks noGrp="1"/>
          </p:cNvSpPr>
          <p:nvPr>
            <p:ph type="sldNum" sz="quarter" idx="12"/>
          </p:nvPr>
        </p:nvSpPr>
        <p:spPr/>
        <p:txBody>
          <a:bodyPr/>
          <a:lstStyle/>
          <a:p>
            <a:fld id="{19C38A61-2AC7-4B0E-B80F-DDADD701BB40}" type="slidenum">
              <a:rPr lang="en-US" noProof="0" smtClean="0"/>
              <a:pPr/>
              <a:t>‹#›</a:t>
            </a:fld>
            <a:endParaRPr lang="en-US" noProof="0"/>
          </a:p>
        </p:txBody>
      </p:sp>
      <p:sp>
        <p:nvSpPr>
          <p:cNvPr id="8" name="Inhaltsplatzhalter 2">
            <a:extLst>
              <a:ext uri="{FF2B5EF4-FFF2-40B4-BE49-F238E27FC236}">
                <a16:creationId xmlns:a16="http://schemas.microsoft.com/office/drawing/2014/main" id="{1F77720D-433C-4383-AB26-554BF9FABF6F}"/>
              </a:ext>
            </a:extLst>
          </p:cNvPr>
          <p:cNvSpPr>
            <a:spLocks noGrp="1"/>
          </p:cNvSpPr>
          <p:nvPr>
            <p:ph idx="1" hasCustomPrompt="1"/>
          </p:nvPr>
        </p:nvSpPr>
        <p:spPr>
          <a:xfrm>
            <a:off x="386557" y="4230929"/>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9" name="Textfeld 8">
            <a:extLst>
              <a:ext uri="{FF2B5EF4-FFF2-40B4-BE49-F238E27FC236}">
                <a16:creationId xmlns:a16="http://schemas.microsoft.com/office/drawing/2014/main" id="{1197813E-2C44-E84D-9F88-6613911A0CE4}"/>
              </a:ext>
            </a:extLst>
          </p:cNvPr>
          <p:cNvSpPr txBox="1"/>
          <p:nvPr userDrawn="1"/>
        </p:nvSpPr>
        <p:spPr>
          <a:xfrm>
            <a:off x="386556"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01</a:t>
            </a:r>
          </a:p>
        </p:txBody>
      </p:sp>
      <p:sp>
        <p:nvSpPr>
          <p:cNvPr id="11" name="Textplatzhalter 3">
            <a:extLst>
              <a:ext uri="{FF2B5EF4-FFF2-40B4-BE49-F238E27FC236}">
                <a16:creationId xmlns:a16="http://schemas.microsoft.com/office/drawing/2014/main" id="{269FF1EE-52E8-F141-9E66-FA6807D3290C}"/>
              </a:ext>
            </a:extLst>
          </p:cNvPr>
          <p:cNvSpPr>
            <a:spLocks noGrp="1"/>
          </p:cNvSpPr>
          <p:nvPr>
            <p:ph type="body" sz="quarter" idx="20" hasCustomPrompt="1"/>
          </p:nvPr>
        </p:nvSpPr>
        <p:spPr>
          <a:xfrm>
            <a:off x="386556"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12" name="Textplatzhalter 3">
            <a:extLst>
              <a:ext uri="{FF2B5EF4-FFF2-40B4-BE49-F238E27FC236}">
                <a16:creationId xmlns:a16="http://schemas.microsoft.com/office/drawing/2014/main" id="{E6A2C81F-4FAC-D148-9943-F7C14D90731A}"/>
              </a:ext>
            </a:extLst>
          </p:cNvPr>
          <p:cNvSpPr>
            <a:spLocks noGrp="1"/>
          </p:cNvSpPr>
          <p:nvPr>
            <p:ph type="body" sz="quarter" idx="23" hasCustomPrompt="1"/>
          </p:nvPr>
        </p:nvSpPr>
        <p:spPr>
          <a:xfrm>
            <a:off x="386556"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18" name="Inhaltsplatzhalter 2">
            <a:extLst>
              <a:ext uri="{FF2B5EF4-FFF2-40B4-BE49-F238E27FC236}">
                <a16:creationId xmlns:a16="http://schemas.microsoft.com/office/drawing/2014/main" id="{9E19ADE0-FF19-C64D-9E44-B6868379D223}"/>
              </a:ext>
            </a:extLst>
          </p:cNvPr>
          <p:cNvSpPr>
            <a:spLocks noGrp="1"/>
          </p:cNvSpPr>
          <p:nvPr>
            <p:ph idx="24" hasCustomPrompt="1"/>
          </p:nvPr>
        </p:nvSpPr>
        <p:spPr>
          <a:xfrm>
            <a:off x="2799808" y="4891032"/>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19" name="Textfeld 18">
            <a:extLst>
              <a:ext uri="{FF2B5EF4-FFF2-40B4-BE49-F238E27FC236}">
                <a16:creationId xmlns:a16="http://schemas.microsoft.com/office/drawing/2014/main" id="{B1129070-CA9F-C54E-9D8D-0E38B28494B4}"/>
              </a:ext>
            </a:extLst>
          </p:cNvPr>
          <p:cNvSpPr txBox="1"/>
          <p:nvPr userDrawn="1"/>
        </p:nvSpPr>
        <p:spPr>
          <a:xfrm>
            <a:off x="2799807" y="3002443"/>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02</a:t>
            </a:r>
          </a:p>
        </p:txBody>
      </p:sp>
      <p:sp>
        <p:nvSpPr>
          <p:cNvPr id="20" name="Textplatzhalter 3">
            <a:extLst>
              <a:ext uri="{FF2B5EF4-FFF2-40B4-BE49-F238E27FC236}">
                <a16:creationId xmlns:a16="http://schemas.microsoft.com/office/drawing/2014/main" id="{E5B34B96-A93D-6C48-A624-0F41C6D3B9B5}"/>
              </a:ext>
            </a:extLst>
          </p:cNvPr>
          <p:cNvSpPr>
            <a:spLocks noGrp="1"/>
          </p:cNvSpPr>
          <p:nvPr>
            <p:ph type="body" sz="quarter" idx="25" hasCustomPrompt="1"/>
          </p:nvPr>
        </p:nvSpPr>
        <p:spPr>
          <a:xfrm>
            <a:off x="2799807" y="4094850"/>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1" name="Textplatzhalter 3">
            <a:extLst>
              <a:ext uri="{FF2B5EF4-FFF2-40B4-BE49-F238E27FC236}">
                <a16:creationId xmlns:a16="http://schemas.microsoft.com/office/drawing/2014/main" id="{ADD9014A-E446-AC42-B8DE-0F9B6D588C55}"/>
              </a:ext>
            </a:extLst>
          </p:cNvPr>
          <p:cNvSpPr>
            <a:spLocks noGrp="1"/>
          </p:cNvSpPr>
          <p:nvPr>
            <p:ph type="body" sz="quarter" idx="26" hasCustomPrompt="1"/>
          </p:nvPr>
        </p:nvSpPr>
        <p:spPr>
          <a:xfrm>
            <a:off x="2799807" y="4407729"/>
            <a:ext cx="1678218" cy="265260"/>
          </a:xfrm>
          <a:prstGeom prst="rect">
            <a:avLst/>
          </a:prstGeom>
          <a:solidFill>
            <a:schemeClr val="bg1"/>
          </a:solidFill>
        </p:spPr>
        <p:txBody>
          <a:bodyPr wrap="none" lIns="93600" tIns="18000" rIns="93600" bIns="18000">
            <a:spAutoFit/>
          </a:bodyPr>
          <a:lstStyle>
            <a:lvl1pPr marL="0" marR="0" indent="0" algn="l" defTabSz="914400" rtl="0" eaLnBrk="1" fontAlgn="t" latinLnBrk="0" hangingPunct="1">
              <a:lnSpc>
                <a:spcPts val="1740"/>
              </a:lnSpc>
              <a:spcBef>
                <a:spcPts val="0"/>
              </a:spcBef>
              <a:spcAft>
                <a:spcPts val="0"/>
              </a:spcAft>
              <a:buClrTx/>
              <a:buSzPct val="120000"/>
              <a:buFont typeface="Symbol" pitchFamily="2" charset="2"/>
              <a:buNone/>
              <a:tabLst/>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2" name="Inhaltsplatzhalter 2">
            <a:extLst>
              <a:ext uri="{FF2B5EF4-FFF2-40B4-BE49-F238E27FC236}">
                <a16:creationId xmlns:a16="http://schemas.microsoft.com/office/drawing/2014/main" id="{86D5A02C-E0A4-7C45-9278-78C073C952B3}"/>
              </a:ext>
            </a:extLst>
          </p:cNvPr>
          <p:cNvSpPr>
            <a:spLocks noGrp="1"/>
          </p:cNvSpPr>
          <p:nvPr>
            <p:ph idx="27" hasCustomPrompt="1"/>
          </p:nvPr>
        </p:nvSpPr>
        <p:spPr>
          <a:xfrm>
            <a:off x="5160641" y="4230929"/>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23" name="Textfeld 22">
            <a:extLst>
              <a:ext uri="{FF2B5EF4-FFF2-40B4-BE49-F238E27FC236}">
                <a16:creationId xmlns:a16="http://schemas.microsoft.com/office/drawing/2014/main" id="{DD90858E-B1CF-3247-9C9A-81817A0D490D}"/>
              </a:ext>
            </a:extLst>
          </p:cNvPr>
          <p:cNvSpPr txBox="1"/>
          <p:nvPr userDrawn="1"/>
        </p:nvSpPr>
        <p:spPr>
          <a:xfrm>
            <a:off x="5160640"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03</a:t>
            </a:r>
          </a:p>
        </p:txBody>
      </p:sp>
      <p:sp>
        <p:nvSpPr>
          <p:cNvPr id="24" name="Textplatzhalter 3">
            <a:extLst>
              <a:ext uri="{FF2B5EF4-FFF2-40B4-BE49-F238E27FC236}">
                <a16:creationId xmlns:a16="http://schemas.microsoft.com/office/drawing/2014/main" id="{EA340B2E-0D71-BD47-97CE-21777355519F}"/>
              </a:ext>
            </a:extLst>
          </p:cNvPr>
          <p:cNvSpPr>
            <a:spLocks noGrp="1"/>
          </p:cNvSpPr>
          <p:nvPr>
            <p:ph type="body" sz="quarter" idx="28" hasCustomPrompt="1"/>
          </p:nvPr>
        </p:nvSpPr>
        <p:spPr>
          <a:xfrm>
            <a:off x="5160640"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5" name="Textplatzhalter 3">
            <a:extLst>
              <a:ext uri="{FF2B5EF4-FFF2-40B4-BE49-F238E27FC236}">
                <a16:creationId xmlns:a16="http://schemas.microsoft.com/office/drawing/2014/main" id="{117FE934-701C-8A40-B044-C8EFE298F868}"/>
              </a:ext>
            </a:extLst>
          </p:cNvPr>
          <p:cNvSpPr>
            <a:spLocks noGrp="1"/>
          </p:cNvSpPr>
          <p:nvPr>
            <p:ph type="body" sz="quarter" idx="29" hasCustomPrompt="1"/>
          </p:nvPr>
        </p:nvSpPr>
        <p:spPr>
          <a:xfrm>
            <a:off x="5160640"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6" name="Inhaltsplatzhalter 2">
            <a:extLst>
              <a:ext uri="{FF2B5EF4-FFF2-40B4-BE49-F238E27FC236}">
                <a16:creationId xmlns:a16="http://schemas.microsoft.com/office/drawing/2014/main" id="{BEA13746-4225-8546-9AD2-125311CF28AD}"/>
              </a:ext>
            </a:extLst>
          </p:cNvPr>
          <p:cNvSpPr>
            <a:spLocks noGrp="1"/>
          </p:cNvSpPr>
          <p:nvPr>
            <p:ph idx="30" hasCustomPrompt="1"/>
          </p:nvPr>
        </p:nvSpPr>
        <p:spPr>
          <a:xfrm>
            <a:off x="7596750" y="4891032"/>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27" name="Textfeld 26">
            <a:extLst>
              <a:ext uri="{FF2B5EF4-FFF2-40B4-BE49-F238E27FC236}">
                <a16:creationId xmlns:a16="http://schemas.microsoft.com/office/drawing/2014/main" id="{3404B823-BA4B-3247-B65E-0FA35B428340}"/>
              </a:ext>
            </a:extLst>
          </p:cNvPr>
          <p:cNvSpPr txBox="1"/>
          <p:nvPr userDrawn="1"/>
        </p:nvSpPr>
        <p:spPr>
          <a:xfrm>
            <a:off x="7596749" y="3002443"/>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04</a:t>
            </a:r>
          </a:p>
        </p:txBody>
      </p:sp>
      <p:sp>
        <p:nvSpPr>
          <p:cNvPr id="28" name="Textplatzhalter 3">
            <a:extLst>
              <a:ext uri="{FF2B5EF4-FFF2-40B4-BE49-F238E27FC236}">
                <a16:creationId xmlns:a16="http://schemas.microsoft.com/office/drawing/2014/main" id="{B89BBAE8-F0B1-4946-9B35-1C8A2480A6D1}"/>
              </a:ext>
            </a:extLst>
          </p:cNvPr>
          <p:cNvSpPr>
            <a:spLocks noGrp="1"/>
          </p:cNvSpPr>
          <p:nvPr>
            <p:ph type="body" sz="quarter" idx="31" hasCustomPrompt="1"/>
          </p:nvPr>
        </p:nvSpPr>
        <p:spPr>
          <a:xfrm>
            <a:off x="7596749" y="4094850"/>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29" name="Textplatzhalter 3">
            <a:extLst>
              <a:ext uri="{FF2B5EF4-FFF2-40B4-BE49-F238E27FC236}">
                <a16:creationId xmlns:a16="http://schemas.microsoft.com/office/drawing/2014/main" id="{D37BB88F-AC59-DE44-8614-642B894B1308}"/>
              </a:ext>
            </a:extLst>
          </p:cNvPr>
          <p:cNvSpPr>
            <a:spLocks noGrp="1"/>
          </p:cNvSpPr>
          <p:nvPr>
            <p:ph type="body" sz="quarter" idx="32" hasCustomPrompt="1"/>
          </p:nvPr>
        </p:nvSpPr>
        <p:spPr>
          <a:xfrm>
            <a:off x="7596749" y="4407729"/>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0" name="Inhaltsplatzhalter 2">
            <a:extLst>
              <a:ext uri="{FF2B5EF4-FFF2-40B4-BE49-F238E27FC236}">
                <a16:creationId xmlns:a16="http://schemas.microsoft.com/office/drawing/2014/main" id="{7CB2B12B-FAC4-F54D-92A4-80EC458EEB79}"/>
              </a:ext>
            </a:extLst>
          </p:cNvPr>
          <p:cNvSpPr>
            <a:spLocks noGrp="1"/>
          </p:cNvSpPr>
          <p:nvPr>
            <p:ph idx="33" hasCustomPrompt="1"/>
          </p:nvPr>
        </p:nvSpPr>
        <p:spPr>
          <a:xfrm>
            <a:off x="9912351" y="4230929"/>
            <a:ext cx="1912937" cy="1309377"/>
          </a:xfrm>
          <a:prstGeom prst="rect">
            <a:avLst/>
          </a:prstGeom>
        </p:spPr>
        <p:txBody>
          <a:bodyPr rIns="0">
            <a:noAutofit/>
          </a:bodyPr>
          <a:lstStyle>
            <a:lvl1pPr marL="0" indent="0">
              <a:buClr>
                <a:schemeClr val="accent5"/>
              </a:buClr>
              <a:buSzPct val="120000"/>
              <a:buNone/>
              <a:defRPr sz="1700">
                <a:solidFill>
                  <a:schemeClr val="tx1"/>
                </a:solidFill>
              </a:defRPr>
            </a:lvl1pPr>
            <a:lvl2pPr marL="180975" indent="0">
              <a:buClr>
                <a:schemeClr val="accent5"/>
              </a:buClr>
              <a:buSzPct val="120000"/>
              <a:buNone/>
              <a:defRPr sz="1700">
                <a:solidFill>
                  <a:schemeClr val="bg1"/>
                </a:solidFill>
              </a:defRPr>
            </a:lvl2pPr>
            <a:lvl3pPr marL="361950" indent="0">
              <a:buClr>
                <a:schemeClr val="accent5"/>
              </a:buClr>
              <a:buSzPct val="120000"/>
              <a:buNone/>
              <a:defRPr sz="1700">
                <a:solidFill>
                  <a:schemeClr val="bg1"/>
                </a:solidFill>
              </a:defRPr>
            </a:lvl3pPr>
            <a:lvl4pPr marL="542925" indent="0">
              <a:buClr>
                <a:schemeClr val="accent5"/>
              </a:buClr>
              <a:buSzPct val="120000"/>
              <a:buNone/>
              <a:defRPr sz="1700">
                <a:solidFill>
                  <a:schemeClr val="bg1"/>
                </a:solidFill>
              </a:defRPr>
            </a:lvl4pPr>
            <a:lvl5pPr marL="714375" indent="0">
              <a:buClr>
                <a:schemeClr val="accent5"/>
              </a:buClr>
              <a:buSzPct val="120000"/>
              <a:buNone/>
              <a:defRPr sz="1700">
                <a:solidFill>
                  <a:schemeClr val="bg1"/>
                </a:solidFill>
              </a:defRPr>
            </a:lvl5pPr>
          </a:lstStyle>
          <a:p>
            <a:pPr lvl="0"/>
            <a:r>
              <a:rPr lang="en-US" noProof="0"/>
              <a:t>Edit enumeration or body text
</a:t>
            </a:r>
          </a:p>
        </p:txBody>
      </p:sp>
      <p:sp>
        <p:nvSpPr>
          <p:cNvPr id="31" name="Textfeld 30">
            <a:extLst>
              <a:ext uri="{FF2B5EF4-FFF2-40B4-BE49-F238E27FC236}">
                <a16:creationId xmlns:a16="http://schemas.microsoft.com/office/drawing/2014/main" id="{33B4E22E-C8FC-3F4D-9EDC-4441F2B4F2FA}"/>
              </a:ext>
            </a:extLst>
          </p:cNvPr>
          <p:cNvSpPr txBox="1"/>
          <p:nvPr userDrawn="1"/>
        </p:nvSpPr>
        <p:spPr>
          <a:xfrm>
            <a:off x="9912350" y="2342340"/>
            <a:ext cx="1912938" cy="1255543"/>
          </a:xfrm>
          <a:prstGeom prst="rect">
            <a:avLst/>
          </a:prstGeom>
          <a:noFill/>
        </p:spPr>
        <p:txBody>
          <a:bodyPr wrap="none" lIns="0" tIns="0" rIns="0" bIns="0" rtlCol="0" anchor="b" anchorCtr="0">
            <a:noAutofit/>
          </a:bodyPr>
          <a:lstStyle/>
          <a:p>
            <a:pPr algn="l"/>
            <a:r>
              <a:rPr lang="en-US" sz="9600" b="1" i="0" baseline="0" noProof="0">
                <a:solidFill>
                  <a:schemeClr val="bg1"/>
                </a:solidFill>
                <a:latin typeface="Source Serif Pro" charset="0"/>
                <a:ea typeface="Source Serif Pro" charset="0"/>
                <a:cs typeface="Source Serif Pro" charset="0"/>
              </a:rPr>
              <a:t>05</a:t>
            </a:r>
          </a:p>
        </p:txBody>
      </p:sp>
      <p:sp>
        <p:nvSpPr>
          <p:cNvPr id="32" name="Textplatzhalter 3">
            <a:extLst>
              <a:ext uri="{FF2B5EF4-FFF2-40B4-BE49-F238E27FC236}">
                <a16:creationId xmlns:a16="http://schemas.microsoft.com/office/drawing/2014/main" id="{42446B37-4D88-5146-9386-A3AB344D8314}"/>
              </a:ext>
            </a:extLst>
          </p:cNvPr>
          <p:cNvSpPr>
            <a:spLocks noGrp="1"/>
          </p:cNvSpPr>
          <p:nvPr>
            <p:ph type="body" sz="quarter" idx="34" hasCustomPrompt="1"/>
          </p:nvPr>
        </p:nvSpPr>
        <p:spPr>
          <a:xfrm>
            <a:off x="9912350" y="3434747"/>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3" name="Textplatzhalter 3">
            <a:extLst>
              <a:ext uri="{FF2B5EF4-FFF2-40B4-BE49-F238E27FC236}">
                <a16:creationId xmlns:a16="http://schemas.microsoft.com/office/drawing/2014/main" id="{8FFE2221-ECC5-DB40-A7FF-F7C75C4E58D5}"/>
              </a:ext>
            </a:extLst>
          </p:cNvPr>
          <p:cNvSpPr>
            <a:spLocks noGrp="1"/>
          </p:cNvSpPr>
          <p:nvPr>
            <p:ph type="body" sz="quarter" idx="35" hasCustomPrompt="1"/>
          </p:nvPr>
        </p:nvSpPr>
        <p:spPr>
          <a:xfrm>
            <a:off x="9912350" y="3747626"/>
            <a:ext cx="1678218" cy="265260"/>
          </a:xfrm>
          <a:prstGeom prst="rect">
            <a:avLst/>
          </a:prstGeom>
          <a:solidFill>
            <a:schemeClr val="bg1"/>
          </a:solidFill>
        </p:spPr>
        <p:txBody>
          <a:bodyPr wrap="none" lIns="93600" tIns="18000" rIns="93600" bIns="18000">
            <a:spAutoFit/>
          </a:bodyPr>
          <a:lstStyle>
            <a:lvl1pPr marL="0" indent="0" fontAlgn="t">
              <a:lnSpc>
                <a:spcPts val="1740"/>
              </a:lnSpc>
              <a:spcAft>
                <a:spcPts val="0"/>
              </a:spcAft>
              <a:buNone/>
              <a:defRPr cap="all" spc="-20" baseline="0">
                <a:solidFill>
                  <a:schemeClr val="tx1"/>
                </a:solidFill>
                <a:latin typeface="+mj-lt"/>
              </a:defRPr>
            </a:lvl1pPr>
            <a:lvl2pPr marL="180975" indent="0" fontAlgn="t">
              <a:lnSpc>
                <a:spcPts val="1740"/>
              </a:lnSpc>
              <a:spcAft>
                <a:spcPts val="0"/>
              </a:spcAft>
              <a:buNone/>
              <a:defRPr cap="all" spc="-20" baseline="0">
                <a:solidFill>
                  <a:schemeClr val="bg1"/>
                </a:solidFill>
                <a:latin typeface="+mj-lt"/>
              </a:defRPr>
            </a:lvl2pPr>
            <a:lvl3pPr marL="361950" indent="0" fontAlgn="t">
              <a:lnSpc>
                <a:spcPts val="1740"/>
              </a:lnSpc>
              <a:spcAft>
                <a:spcPts val="0"/>
              </a:spcAft>
              <a:buNone/>
              <a:defRPr cap="all" spc="-20" baseline="0">
                <a:solidFill>
                  <a:schemeClr val="bg1"/>
                </a:solidFill>
                <a:latin typeface="+mj-lt"/>
              </a:defRPr>
            </a:lvl3pPr>
            <a:lvl4pPr marL="542925" indent="0" fontAlgn="t">
              <a:lnSpc>
                <a:spcPts val="1740"/>
              </a:lnSpc>
              <a:spcAft>
                <a:spcPts val="0"/>
              </a:spcAft>
              <a:buNone/>
              <a:defRPr cap="all" spc="-20" baseline="0">
                <a:solidFill>
                  <a:schemeClr val="bg1"/>
                </a:solidFill>
                <a:latin typeface="+mj-lt"/>
              </a:defRPr>
            </a:lvl4pPr>
            <a:lvl5pPr marL="714375" indent="0" fontAlgn="t">
              <a:lnSpc>
                <a:spcPts val="1740"/>
              </a:lnSpc>
              <a:spcAft>
                <a:spcPts val="0"/>
              </a:spcAft>
              <a:buNone/>
              <a:defRPr cap="all" spc="-20" baseline="0">
                <a:solidFill>
                  <a:schemeClr val="bg1"/>
                </a:solidFill>
                <a:latin typeface="+mj-lt"/>
              </a:defRPr>
            </a:lvl5pPr>
          </a:lstStyle>
          <a:p>
            <a:pPr lvl="0"/>
            <a:r>
              <a:rPr lang="en-US" noProof="0"/>
              <a:t>Mini title Edit</a:t>
            </a:r>
          </a:p>
        </p:txBody>
      </p:sp>
      <p:sp>
        <p:nvSpPr>
          <p:cNvPr id="34" name="Textplatzhalter 10">
            <a:extLst>
              <a:ext uri="{FF2B5EF4-FFF2-40B4-BE49-F238E27FC236}">
                <a16:creationId xmlns:a16="http://schemas.microsoft.com/office/drawing/2014/main" id="{E1C6330C-79CA-104F-BE67-4EF8F2BDA7E0}"/>
              </a:ext>
            </a:extLst>
          </p:cNvPr>
          <p:cNvSpPr>
            <a:spLocks noGrp="1"/>
          </p:cNvSpPr>
          <p:nvPr>
            <p:ph type="body" sz="quarter" idx="37" hasCustomPrompt="1"/>
          </p:nvPr>
        </p:nvSpPr>
        <p:spPr>
          <a:xfrm>
            <a:off x="442800" y="6408000"/>
            <a:ext cx="11306288" cy="225355"/>
          </a:xfrm>
        </p:spPr>
        <p:txBody>
          <a:bodyPr/>
          <a:lstStyle>
            <a:lvl1pPr marL="0" indent="0">
              <a:lnSpc>
                <a:spcPct val="100000"/>
              </a:lnSpc>
              <a:spcAft>
                <a:spcPts val="0"/>
              </a:spcAft>
              <a:buNone/>
              <a:defRPr sz="800"/>
            </a:lvl1pPr>
            <a:lvl2pPr>
              <a:buNone/>
              <a:defRPr sz="700"/>
            </a:lvl2pPr>
            <a:lvl3pPr>
              <a:buNone/>
              <a:defRPr sz="700"/>
            </a:lvl3pPr>
            <a:lvl4pPr>
              <a:buNone/>
              <a:defRPr sz="700"/>
            </a:lvl4pPr>
            <a:lvl5pPr>
              <a:buNone/>
              <a:defRPr sz="700"/>
            </a:lvl5pPr>
          </a:lstStyle>
          <a:p>
            <a:pPr lvl="0"/>
            <a:r>
              <a:rPr lang="en-US" noProof="0"/>
              <a:t>Source</a:t>
            </a:r>
          </a:p>
        </p:txBody>
      </p:sp>
      <p:sp>
        <p:nvSpPr>
          <p:cNvPr id="36" name="Textplatzhalter 9">
            <a:extLst>
              <a:ext uri="{FF2B5EF4-FFF2-40B4-BE49-F238E27FC236}">
                <a16:creationId xmlns:a16="http://schemas.microsoft.com/office/drawing/2014/main" id="{2C517094-53FD-DF42-B85B-5E77F79654C5}"/>
              </a:ext>
            </a:extLst>
          </p:cNvPr>
          <p:cNvSpPr>
            <a:spLocks noGrp="1"/>
          </p:cNvSpPr>
          <p:nvPr>
            <p:ph type="body" sz="quarter" idx="42" hasCustomPrompt="1"/>
          </p:nvPr>
        </p:nvSpPr>
        <p:spPr>
          <a:xfrm>
            <a:off x="311791" y="870525"/>
            <a:ext cx="3722388"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2ND LINE EDIT OR DELETE</a:t>
            </a:r>
          </a:p>
        </p:txBody>
      </p:sp>
      <p:sp>
        <p:nvSpPr>
          <p:cNvPr id="37" name="Textplatzhalter 9">
            <a:extLst>
              <a:ext uri="{FF2B5EF4-FFF2-40B4-BE49-F238E27FC236}">
                <a16:creationId xmlns:a16="http://schemas.microsoft.com/office/drawing/2014/main" id="{B671957B-4C4F-7B4F-B060-3CA58B841F54}"/>
              </a:ext>
            </a:extLst>
          </p:cNvPr>
          <p:cNvSpPr>
            <a:spLocks noGrp="1"/>
          </p:cNvSpPr>
          <p:nvPr>
            <p:ph type="body" sz="quarter" idx="43" hasCustomPrompt="1"/>
          </p:nvPr>
        </p:nvSpPr>
        <p:spPr>
          <a:xfrm>
            <a:off x="311791" y="348011"/>
            <a:ext cx="4060621" cy="467141"/>
          </a:xfrm>
          <a:solidFill>
            <a:schemeClr val="accent1"/>
          </a:solidFill>
        </p:spPr>
        <p:txBody>
          <a:bodyPr wrap="none" lIns="115200" tIns="18000" rIns="115200" bIns="36000">
            <a:spAutoFit/>
          </a:bodyPr>
          <a:lstStyle>
            <a:lvl1pPr>
              <a:buNone/>
              <a:defRPr sz="2400">
                <a:latin typeface="+mj-lt"/>
              </a:defRPr>
            </a:lvl1pPr>
          </a:lstStyle>
          <a:p>
            <a:pPr lvl="0"/>
            <a:r>
              <a:rPr lang="en-US" noProof="0"/>
              <a:t>EDIT MASTER TITLE FORMAT</a:t>
            </a:r>
          </a:p>
        </p:txBody>
      </p:sp>
    </p:spTree>
    <p:extLst>
      <p:ext uri="{BB962C8B-B14F-4D97-AF65-F5344CB8AC3E}">
        <p14:creationId xmlns:p14="http://schemas.microsoft.com/office/powerpoint/2010/main" val="73436705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66AD52-918F-9D4C-A782-1102797A0128}"/>
              </a:ext>
            </a:extLst>
          </p:cNvPr>
          <p:cNvSpPr>
            <a:spLocks noGrp="1"/>
          </p:cNvSpPr>
          <p:nvPr>
            <p:ph type="title" hasCustomPrompt="1"/>
          </p:nvPr>
        </p:nvSpPr>
        <p:spPr>
          <a:xfrm>
            <a:off x="442912" y="1520825"/>
            <a:ext cx="11299825" cy="4895850"/>
          </a:xfrm>
          <a:noFill/>
        </p:spPr>
        <p:txBody>
          <a:bodyPr wrap="square" lIns="0" tIns="0" rIns="0" bIns="0" anchor="ctr" anchorCtr="0">
            <a:noAutofit/>
          </a:bodyPr>
          <a:lstStyle>
            <a:lvl1pPr algn="ctr">
              <a:defRPr sz="6600" cap="none">
                <a:solidFill>
                  <a:schemeClr val="bg1"/>
                </a:solidFill>
                <a:latin typeface="Source Serif Pro" panose="02040603050405020204" pitchFamily="18" charset="0"/>
                <a:ea typeface="Source Serif Pro" panose="02040603050405020204" pitchFamily="18" charset="0"/>
              </a:defRPr>
            </a:lvl1pPr>
          </a:lstStyle>
          <a:p>
            <a:r>
              <a:rPr lang="en-US" noProof="0" dirty="0"/>
              <a:t>“Lorem ipsum </a:t>
            </a:r>
            <a:br>
              <a:rPr lang="en-US" noProof="0" dirty="0"/>
            </a:br>
            <a:r>
              <a:rPr lang="en-US" noProof="0" dirty="0"/>
              <a:t>dolor sit </a:t>
            </a:r>
            <a:br>
              <a:rPr lang="en-US" noProof="0" dirty="0"/>
            </a:br>
            <a:r>
              <a:rPr lang="en-US" noProof="0" dirty="0" err="1"/>
              <a:t>amet</a:t>
            </a:r>
            <a:r>
              <a:rPr lang="en-US" noProof="0" dirty="0"/>
              <a:t>, </a:t>
            </a:r>
            <a:br>
              <a:rPr lang="en-US" noProof="0" dirty="0"/>
            </a:br>
            <a:r>
              <a:rPr lang="en-US" noProof="0" dirty="0" err="1"/>
              <a:t>consetetur</a:t>
            </a:r>
            <a:r>
              <a:rPr lang="en-US" noProof="0" dirty="0"/>
              <a:t> </a:t>
            </a:r>
            <a:r>
              <a:rPr lang="en-US" noProof="0" dirty="0" err="1"/>
              <a:t>sadipscing</a:t>
            </a:r>
            <a:r>
              <a:rPr lang="en-US" noProof="0" dirty="0"/>
              <a:t>”</a:t>
            </a:r>
          </a:p>
        </p:txBody>
      </p:sp>
      <p:pic>
        <p:nvPicPr>
          <p:cNvPr id="5" name="Grafik 4" descr="Ein Bild, das Text enthält.&#10;&#10;Automatisch generierte Beschreibung">
            <a:extLst>
              <a:ext uri="{FF2B5EF4-FFF2-40B4-BE49-F238E27FC236}">
                <a16:creationId xmlns:a16="http://schemas.microsoft.com/office/drawing/2014/main" id="{111F366C-12FC-B143-A2F8-D80670C9C5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8800" y="-12917"/>
            <a:ext cx="2263200" cy="1063520"/>
          </a:xfrm>
          <a:prstGeom prst="rect">
            <a:avLst/>
          </a:prstGeom>
        </p:spPr>
      </p:pic>
    </p:spTree>
    <p:extLst>
      <p:ext uri="{BB962C8B-B14F-4D97-AF65-F5344CB8AC3E}">
        <p14:creationId xmlns:p14="http://schemas.microsoft.com/office/powerpoint/2010/main" val="1500106228"/>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Quote Color">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66AD52-918F-9D4C-A782-1102797A0128}"/>
              </a:ext>
            </a:extLst>
          </p:cNvPr>
          <p:cNvSpPr>
            <a:spLocks noGrp="1"/>
          </p:cNvSpPr>
          <p:nvPr>
            <p:ph type="title" hasCustomPrompt="1"/>
          </p:nvPr>
        </p:nvSpPr>
        <p:spPr>
          <a:xfrm>
            <a:off x="442912" y="1520825"/>
            <a:ext cx="11299825" cy="4895850"/>
          </a:xfrm>
          <a:noFill/>
        </p:spPr>
        <p:txBody>
          <a:bodyPr wrap="square" lIns="0" tIns="0" rIns="0" bIns="0" anchor="ctr" anchorCtr="0">
            <a:noAutofit/>
          </a:bodyPr>
          <a:lstStyle>
            <a:lvl1pPr algn="ctr">
              <a:defRPr sz="6600" cap="none">
                <a:solidFill>
                  <a:schemeClr val="bg1"/>
                </a:solidFill>
                <a:latin typeface="Source Serif Pro" panose="02040603050405020204" pitchFamily="18" charset="0"/>
                <a:ea typeface="Source Serif Pro" panose="02040603050405020204" pitchFamily="18" charset="0"/>
              </a:defRPr>
            </a:lvl1pPr>
          </a:lstStyle>
          <a:p>
            <a:r>
              <a:rPr lang="en-US" noProof="0" dirty="0"/>
              <a:t>“Lorem ipsum </a:t>
            </a:r>
            <a:br>
              <a:rPr lang="en-US" noProof="0" dirty="0"/>
            </a:br>
            <a:r>
              <a:rPr lang="en-US" noProof="0" dirty="0"/>
              <a:t>dolor sit </a:t>
            </a:r>
            <a:br>
              <a:rPr lang="en-US" noProof="0" dirty="0"/>
            </a:br>
            <a:r>
              <a:rPr lang="en-US" noProof="0" dirty="0" err="1"/>
              <a:t>amet</a:t>
            </a:r>
            <a:r>
              <a:rPr lang="en-US" noProof="0" dirty="0"/>
              <a:t>, </a:t>
            </a:r>
            <a:br>
              <a:rPr lang="en-US" noProof="0" dirty="0"/>
            </a:br>
            <a:r>
              <a:rPr lang="en-US" noProof="0" dirty="0" err="1"/>
              <a:t>consetetur</a:t>
            </a:r>
            <a:r>
              <a:rPr lang="en-US" noProof="0" dirty="0"/>
              <a:t> </a:t>
            </a:r>
            <a:r>
              <a:rPr lang="en-US" noProof="0" dirty="0" err="1"/>
              <a:t>sadipscing</a:t>
            </a:r>
            <a:r>
              <a:rPr lang="en-US" noProof="0" dirty="0"/>
              <a:t>”</a:t>
            </a:r>
          </a:p>
        </p:txBody>
      </p:sp>
      <p:pic>
        <p:nvPicPr>
          <p:cNvPr id="3" name="Grafik 2">
            <a:extLst>
              <a:ext uri="{FF2B5EF4-FFF2-40B4-BE49-F238E27FC236}">
                <a16:creationId xmlns:a16="http://schemas.microsoft.com/office/drawing/2014/main" id="{1E29FB16-1A98-47C0-325C-3997ABBEA6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9232" y="0"/>
            <a:ext cx="2243018" cy="1054036"/>
          </a:xfrm>
          <a:prstGeom prst="rect">
            <a:avLst/>
          </a:prstGeom>
        </p:spPr>
      </p:pic>
    </p:spTree>
    <p:extLst>
      <p:ext uri="{BB962C8B-B14F-4D97-AF65-F5344CB8AC3E}">
        <p14:creationId xmlns:p14="http://schemas.microsoft.com/office/powerpoint/2010/main" val="337656576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27827CE9-3BC2-4F5B-8005-CACD0FF856C5}"/>
              </a:ext>
            </a:extLst>
          </p:cNvPr>
          <p:cNvSpPr>
            <a:spLocks noGrp="1"/>
          </p:cNvSpPr>
          <p:nvPr>
            <p:ph type="body" sz="quarter" idx="13" hasCustomPrompt="1"/>
          </p:nvPr>
        </p:nvSpPr>
        <p:spPr>
          <a:xfrm>
            <a:off x="445619" y="5161917"/>
            <a:ext cx="5511798" cy="1310889"/>
          </a:xfrm>
          <a:prstGeom prst="rect">
            <a:avLst/>
          </a:prstGeom>
        </p:spPr>
        <p:txBody>
          <a:bodyPr anchor="b"/>
          <a:lstStyle>
            <a:lvl1pPr marL="0" indent="0">
              <a:spcBef>
                <a:spcPts val="0"/>
              </a:spcBef>
              <a:spcAft>
                <a:spcPts val="0"/>
              </a:spcAft>
              <a:buNone/>
              <a:defRPr>
                <a:solidFill>
                  <a:schemeClr val="bg1"/>
                </a:solidFill>
              </a:defRPr>
            </a:lvl1pPr>
            <a:lvl2pPr marL="180975" indent="0">
              <a:buNone/>
              <a:defRPr/>
            </a:lvl2pPr>
          </a:lstStyle>
          <a:p>
            <a:pPr lvl="0"/>
            <a:r>
              <a:rPr lang="en-US" noProof="0"/>
              <a:t>Edit address</a:t>
            </a:r>
          </a:p>
        </p:txBody>
      </p:sp>
      <p:sp>
        <p:nvSpPr>
          <p:cNvPr id="9" name="Textplatzhalter 7">
            <a:extLst>
              <a:ext uri="{FF2B5EF4-FFF2-40B4-BE49-F238E27FC236}">
                <a16:creationId xmlns:a16="http://schemas.microsoft.com/office/drawing/2014/main" id="{7D12C8C9-B1DD-4D00-93FD-1A3B0EEEC76D}"/>
              </a:ext>
            </a:extLst>
          </p:cNvPr>
          <p:cNvSpPr>
            <a:spLocks noGrp="1"/>
          </p:cNvSpPr>
          <p:nvPr>
            <p:ph type="body" sz="quarter" idx="14" hasCustomPrompt="1"/>
          </p:nvPr>
        </p:nvSpPr>
        <p:spPr>
          <a:xfrm>
            <a:off x="6438275" y="5167313"/>
            <a:ext cx="5310814" cy="1310889"/>
          </a:xfrm>
          <a:prstGeom prst="rect">
            <a:avLst/>
          </a:prstGeom>
        </p:spPr>
        <p:txBody>
          <a:bodyPr anchor="b"/>
          <a:lstStyle>
            <a:lvl1pPr marL="0" marR="0" indent="0" algn="l" defTabSz="914400" rtl="0" eaLnBrk="1" fontAlgn="auto" latinLnBrk="0" hangingPunct="1">
              <a:lnSpc>
                <a:spcPct val="120000"/>
              </a:lnSpc>
              <a:spcBef>
                <a:spcPts val="0"/>
              </a:spcBef>
              <a:spcAft>
                <a:spcPts val="0"/>
              </a:spcAft>
              <a:buClr>
                <a:schemeClr val="accent5"/>
              </a:buClr>
              <a:buSzPct val="120000"/>
              <a:buFont typeface="Wingdings" pitchFamily="2" charset="2"/>
              <a:buNone/>
              <a:tabLst>
                <a:tab pos="288000" algn="l"/>
              </a:tabLst>
              <a:defRPr>
                <a:solidFill>
                  <a:schemeClr val="bg1"/>
                </a:solidFill>
              </a:defRPr>
            </a:lvl1pPr>
            <a:lvl2pPr marL="180975" indent="0">
              <a:buNone/>
              <a:defRPr/>
            </a:lvl2pPr>
          </a:lstStyle>
          <a:p>
            <a:pPr lvl="0"/>
            <a:r>
              <a:rPr lang="en-US" noProof="0"/>
              <a:t>Contact person name
Contact Phone
Contact E-mail</a:t>
            </a:r>
          </a:p>
        </p:txBody>
      </p:sp>
      <p:sp>
        <p:nvSpPr>
          <p:cNvPr id="6" name="Titel 1">
            <a:extLst>
              <a:ext uri="{FF2B5EF4-FFF2-40B4-BE49-F238E27FC236}">
                <a16:creationId xmlns:a16="http://schemas.microsoft.com/office/drawing/2014/main" id="{385435BF-D28D-4C57-AC7C-2565E2DC95E5}"/>
              </a:ext>
            </a:extLst>
          </p:cNvPr>
          <p:cNvSpPr>
            <a:spLocks noGrp="1"/>
          </p:cNvSpPr>
          <p:nvPr>
            <p:ph type="ctrTitle" hasCustomPrompt="1"/>
          </p:nvPr>
        </p:nvSpPr>
        <p:spPr>
          <a:xfrm>
            <a:off x="0" y="2875367"/>
            <a:ext cx="5802780" cy="1105678"/>
          </a:xfrm>
          <a:prstGeom prst="rect">
            <a:avLst/>
          </a:prstGeom>
          <a:solidFill>
            <a:schemeClr val="accent1"/>
          </a:solidFill>
        </p:spPr>
        <p:txBody>
          <a:bodyPr vert="horz" wrap="none" lIns="360000" tIns="36000" rIns="360000" bIns="36000" rtlCol="0" anchor="t">
            <a:spAutoFit/>
          </a:bodyPr>
          <a:lstStyle>
            <a:lvl1pPr>
              <a:defRPr lang="de-DE" sz="7600" b="1" i="0" spc="20" dirty="0">
                <a:latin typeface="Source Sans Pro" panose="020B0503030403020204" pitchFamily="34" charset="0"/>
                <a:ea typeface="Source Sans Pro" panose="020B0503030403020204" pitchFamily="34" charset="0"/>
                <a:cs typeface="+mn-cs"/>
              </a:defRPr>
            </a:lvl1pPr>
          </a:lstStyle>
          <a:p>
            <a:pPr marL="0" lvl="0" indent="0" fontAlgn="t">
              <a:lnSpc>
                <a:spcPts val="7660"/>
              </a:lnSpc>
              <a:spcBef>
                <a:spcPts val="0"/>
              </a:spcBef>
              <a:spcAft>
                <a:spcPts val="0"/>
              </a:spcAft>
              <a:buClr>
                <a:schemeClr val="accent5"/>
              </a:buClr>
              <a:buSzPct val="120000"/>
              <a:buFont typeface="Wingdings" pitchFamily="2" charset="2"/>
            </a:pPr>
            <a:r>
              <a:rPr lang="en-US" noProof="0"/>
              <a:t>Thank you</a:t>
            </a:r>
          </a:p>
        </p:txBody>
      </p:sp>
      <p:pic>
        <p:nvPicPr>
          <p:cNvPr id="7" name="Grafik 6">
            <a:extLst>
              <a:ext uri="{FF2B5EF4-FFF2-40B4-BE49-F238E27FC236}">
                <a16:creationId xmlns:a16="http://schemas.microsoft.com/office/drawing/2014/main" id="{B1FB4CFC-15F3-5E41-AC4D-CBE25F68B19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6274510"/>
            <a:ext cx="203691" cy="203691"/>
          </a:xfrm>
          <a:prstGeom prst="rect">
            <a:avLst/>
          </a:prstGeom>
        </p:spPr>
      </p:pic>
      <p:pic>
        <p:nvPicPr>
          <p:cNvPr id="11" name="Grafik 10">
            <a:extLst>
              <a:ext uri="{FF2B5EF4-FFF2-40B4-BE49-F238E27FC236}">
                <a16:creationId xmlns:a16="http://schemas.microsoft.com/office/drawing/2014/main" id="{E54A1DDF-4DCE-0840-A551-176D3F75B32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83303" y="5949845"/>
            <a:ext cx="205199" cy="205199"/>
          </a:xfrm>
          <a:prstGeom prst="rect">
            <a:avLst/>
          </a:prstGeom>
        </p:spPr>
      </p:pic>
      <p:pic>
        <p:nvPicPr>
          <p:cNvPr id="12" name="Grafik 11" descr="Ein Bild, das Text enthält.&#10;&#10;Automatisch generierte Beschreibung">
            <a:extLst>
              <a:ext uri="{FF2B5EF4-FFF2-40B4-BE49-F238E27FC236}">
                <a16:creationId xmlns:a16="http://schemas.microsoft.com/office/drawing/2014/main" id="{1E2D34F7-E3AB-514C-AB9A-BFB6A515387A}"/>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928800" y="-12917"/>
            <a:ext cx="2263200" cy="1063520"/>
          </a:xfrm>
          <a:prstGeom prst="rect">
            <a:avLst/>
          </a:prstGeom>
        </p:spPr>
      </p:pic>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62AC76B1-7980-4864-8FC9-8A9F4B899060}"/>
              </a:ext>
            </a:extLst>
          </p:cNvPr>
          <p:cNvSpPr>
            <a:spLocks noGrp="1"/>
          </p:cNvSpPr>
          <p:nvPr>
            <p:ph type="body" idx="1"/>
          </p:nvPr>
        </p:nvSpPr>
        <p:spPr>
          <a:xfrm>
            <a:off x="447028" y="1520825"/>
            <a:ext cx="11306175" cy="4787900"/>
          </a:xfrm>
          <a:prstGeom prst="rect">
            <a:avLst/>
          </a:prstGeom>
        </p:spPr>
        <p:txBody>
          <a:bodyPr vert="horz" lIns="0" tIns="0" rIns="0" bIns="0" rtlCol="0" anchor="t">
            <a:noAutofit/>
          </a:bodyPr>
          <a:lstStyle/>
          <a:p>
            <a:pPr lvl="0"/>
            <a:r>
              <a:rPr lang="en-US" noProof="0" dirty="0"/>
              <a:t>Edit master text format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umsplatzhalter 3">
            <a:extLst>
              <a:ext uri="{FF2B5EF4-FFF2-40B4-BE49-F238E27FC236}">
                <a16:creationId xmlns:a16="http://schemas.microsoft.com/office/drawing/2014/main" id="{2513A553-9EB1-4982-92B2-BEA3E8BDE26F}"/>
              </a:ext>
            </a:extLst>
          </p:cNvPr>
          <p:cNvSpPr>
            <a:spLocks noGrp="1"/>
          </p:cNvSpPr>
          <p:nvPr>
            <p:ph type="dt" sz="half" idx="2"/>
          </p:nvPr>
        </p:nvSpPr>
        <p:spPr>
          <a:xfrm>
            <a:off x="447028" y="6667836"/>
            <a:ext cx="468000" cy="135423"/>
          </a:xfrm>
          <a:prstGeom prst="rect">
            <a:avLst/>
          </a:prstGeom>
        </p:spPr>
        <p:txBody>
          <a:bodyPr vert="horz" lIns="0" tIns="0" rIns="0" bIns="0" rtlCol="0" anchor="t" anchorCtr="0"/>
          <a:lstStyle>
            <a:lvl1pPr algn="l">
              <a:defRPr sz="800">
                <a:solidFill>
                  <a:schemeClr val="tx1"/>
                </a:solidFill>
              </a:defRPr>
            </a:lvl1pPr>
          </a:lstStyle>
          <a:p>
            <a:fld id="{D67F9C40-D2DD-1441-80A2-6756AC3A0FAA}" type="datetime1">
              <a:rPr lang="en-US" noProof="0" smtClean="0"/>
              <a:t>9/24/25</a:t>
            </a:fld>
            <a:endParaRPr lang="en-US" noProof="0"/>
          </a:p>
        </p:txBody>
      </p:sp>
      <p:sp>
        <p:nvSpPr>
          <p:cNvPr id="5" name="Fußzeilenplatzhalter 4">
            <a:extLst>
              <a:ext uri="{FF2B5EF4-FFF2-40B4-BE49-F238E27FC236}">
                <a16:creationId xmlns:a16="http://schemas.microsoft.com/office/drawing/2014/main" id="{330383BC-8FD2-417D-82A3-7E497844D640}"/>
              </a:ext>
            </a:extLst>
          </p:cNvPr>
          <p:cNvSpPr>
            <a:spLocks noGrp="1"/>
          </p:cNvSpPr>
          <p:nvPr>
            <p:ph type="ftr" sz="quarter" idx="3"/>
          </p:nvPr>
        </p:nvSpPr>
        <p:spPr>
          <a:xfrm>
            <a:off x="1445977" y="6667837"/>
            <a:ext cx="10474325" cy="135422"/>
          </a:xfrm>
          <a:prstGeom prst="rect">
            <a:avLst/>
          </a:prstGeom>
        </p:spPr>
        <p:txBody>
          <a:bodyPr vert="horz" lIns="0" tIns="0" rIns="0" bIns="0" rtlCol="0" anchor="t" anchorCtr="0"/>
          <a:lstStyle>
            <a:lvl1pPr algn="l">
              <a:defRPr sz="800">
                <a:solidFill>
                  <a:schemeClr val="tx1"/>
                </a:solidFill>
              </a:defRPr>
            </a:lvl1pPr>
          </a:lstStyle>
          <a:p>
            <a:r>
              <a:rPr lang="en-US" noProof="0"/>
              <a:t>Footer
</a:t>
            </a:r>
          </a:p>
        </p:txBody>
      </p:sp>
      <p:sp>
        <p:nvSpPr>
          <p:cNvPr id="6" name="Foliennummernplatzhalter 5">
            <a:extLst>
              <a:ext uri="{FF2B5EF4-FFF2-40B4-BE49-F238E27FC236}">
                <a16:creationId xmlns:a16="http://schemas.microsoft.com/office/drawing/2014/main" id="{86D05C26-BF44-4D12-A7EE-C57CB14E66F9}"/>
              </a:ext>
            </a:extLst>
          </p:cNvPr>
          <p:cNvSpPr>
            <a:spLocks noGrp="1"/>
          </p:cNvSpPr>
          <p:nvPr>
            <p:ph type="sldNum" sz="quarter" idx="4"/>
          </p:nvPr>
        </p:nvSpPr>
        <p:spPr>
          <a:xfrm>
            <a:off x="959840" y="6667836"/>
            <a:ext cx="415290" cy="135422"/>
          </a:xfrm>
          <a:prstGeom prst="rect">
            <a:avLst/>
          </a:prstGeom>
        </p:spPr>
        <p:txBody>
          <a:bodyPr vert="horz" lIns="0" tIns="0" rIns="0" bIns="0" rtlCol="0" anchor="t" anchorCtr="0"/>
          <a:lstStyle>
            <a:lvl1pPr algn="ctr">
              <a:defRPr sz="800" b="1">
                <a:solidFill>
                  <a:schemeClr val="tx1"/>
                </a:solidFill>
              </a:defRPr>
            </a:lvl1pPr>
          </a:lstStyle>
          <a:p>
            <a:fld id="{19C38A61-2AC7-4B0E-B80F-DDADD701BB40}" type="slidenum">
              <a:rPr lang="en-US" noProof="0" smtClean="0"/>
              <a:pPr/>
              <a:t>‹#›</a:t>
            </a:fld>
            <a:endParaRPr lang="en-US" noProof="0"/>
          </a:p>
        </p:txBody>
      </p:sp>
      <p:sp>
        <p:nvSpPr>
          <p:cNvPr id="9" name="Textfeld 8">
            <a:extLst>
              <a:ext uri="{FF2B5EF4-FFF2-40B4-BE49-F238E27FC236}">
                <a16:creationId xmlns:a16="http://schemas.microsoft.com/office/drawing/2014/main" id="{69EE7336-F60A-4641-B68B-9F42F9B10258}"/>
              </a:ext>
            </a:extLst>
          </p:cNvPr>
          <p:cNvSpPr txBox="1"/>
          <p:nvPr userDrawn="1"/>
        </p:nvSpPr>
        <p:spPr>
          <a:xfrm>
            <a:off x="2383604" y="-179798"/>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0" name="Textfeld 9">
            <a:extLst>
              <a:ext uri="{FF2B5EF4-FFF2-40B4-BE49-F238E27FC236}">
                <a16:creationId xmlns:a16="http://schemas.microsoft.com/office/drawing/2014/main" id="{21267628-E454-B04F-8EAC-A3F30A3F3A1D}"/>
              </a:ext>
            </a:extLst>
          </p:cNvPr>
          <p:cNvSpPr txBox="1"/>
          <p:nvPr userDrawn="1"/>
        </p:nvSpPr>
        <p:spPr>
          <a:xfrm>
            <a:off x="6303196" y="-46234"/>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19" name="Textfeld 18">
            <a:extLst>
              <a:ext uri="{FF2B5EF4-FFF2-40B4-BE49-F238E27FC236}">
                <a16:creationId xmlns:a16="http://schemas.microsoft.com/office/drawing/2014/main" id="{4959EDCE-3677-9943-877A-7A7D118E8A3E}"/>
              </a:ext>
            </a:extLst>
          </p:cNvPr>
          <p:cNvSpPr txBox="1"/>
          <p:nvPr userDrawn="1"/>
        </p:nvSpPr>
        <p:spPr>
          <a:xfrm>
            <a:off x="6739847" y="-184935"/>
            <a:ext cx="0" cy="0"/>
          </a:xfrm>
          <a:prstGeom prst="rect">
            <a:avLst/>
          </a:prstGeom>
        </p:spPr>
        <p:txBody>
          <a:bodyPr wrap="none" lIns="0" tIns="0" rIns="0" bIns="0" rtlCol="0">
            <a:noAutofit/>
          </a:bodyPr>
          <a:lstStyle/>
          <a:p>
            <a:pPr marL="180975" indent="-180975" algn="l">
              <a:buClr>
                <a:schemeClr val="tx2"/>
              </a:buClr>
              <a:buSzPct val="120000"/>
              <a:buFont typeface="Arial" panose="020B0604020202020204" pitchFamily="34" charset="0"/>
              <a:buChar char="•"/>
            </a:pPr>
            <a:endParaRPr lang="en-US" sz="1700" noProof="0"/>
          </a:p>
        </p:txBody>
      </p:sp>
      <p:sp>
        <p:nvSpPr>
          <p:cNvPr id="2" name="Titelplatzhalter 1">
            <a:extLst>
              <a:ext uri="{FF2B5EF4-FFF2-40B4-BE49-F238E27FC236}">
                <a16:creationId xmlns:a16="http://schemas.microsoft.com/office/drawing/2014/main" id="{2C117D4B-D7F6-5240-A714-2DFE2DE9736B}"/>
              </a:ext>
            </a:extLst>
          </p:cNvPr>
          <p:cNvSpPr>
            <a:spLocks noGrp="1"/>
          </p:cNvSpPr>
          <p:nvPr>
            <p:ph type="title"/>
          </p:nvPr>
        </p:nvSpPr>
        <p:spPr>
          <a:xfrm>
            <a:off x="311791" y="392211"/>
            <a:ext cx="3999066" cy="402896"/>
          </a:xfrm>
          <a:prstGeom prst="rect">
            <a:avLst/>
          </a:prstGeom>
          <a:solidFill>
            <a:schemeClr val="accent1"/>
          </a:solidFill>
        </p:spPr>
        <p:txBody>
          <a:bodyPr wrap="none" lIns="115200" tIns="0" rIns="115200" bIns="18000">
            <a:spAutoFit/>
          </a:bodyPr>
          <a:lstStyle/>
          <a:p>
            <a:pPr marL="0" lvl="0" indent="0" fontAlgn="t">
              <a:lnSpc>
                <a:spcPts val="3000"/>
              </a:lnSpc>
              <a:tabLst/>
            </a:pPr>
            <a:r>
              <a:rPr lang="en-US" noProof="0" dirty="0"/>
              <a:t>Edit master title format</a:t>
            </a:r>
          </a:p>
        </p:txBody>
      </p:sp>
      <p:sp>
        <p:nvSpPr>
          <p:cNvPr id="7" name="Textfeld 6">
            <a:extLst>
              <a:ext uri="{FF2B5EF4-FFF2-40B4-BE49-F238E27FC236}">
                <a16:creationId xmlns:a16="http://schemas.microsoft.com/office/drawing/2014/main" id="{25AB8B76-4C70-FF40-87EC-CF1326D79FB5}"/>
              </a:ext>
            </a:extLst>
          </p:cNvPr>
          <p:cNvSpPr txBox="1"/>
          <p:nvPr userDrawn="1"/>
        </p:nvSpPr>
        <p:spPr>
          <a:xfrm>
            <a:off x="3220720" y="2915920"/>
            <a:ext cx="65" cy="292259"/>
          </a:xfrm>
          <a:prstGeom prst="rect">
            <a:avLst/>
          </a:prstGeom>
          <a:noFill/>
          <a:ln>
            <a:noFill/>
          </a:ln>
        </p:spPr>
        <p:txBody>
          <a:bodyPr wrap="none" lIns="0" tIns="0" rIns="0" bIns="0" rtlCol="0">
            <a:spAutoFit/>
          </a:bodyPr>
          <a:lstStyle/>
          <a:p>
            <a:pPr algn="l">
              <a:lnSpc>
                <a:spcPct val="120000"/>
              </a:lnSpc>
            </a:pPr>
            <a:endParaRPr lang="en-US" sz="1700" noProof="0"/>
          </a:p>
        </p:txBody>
      </p:sp>
      <p:sp>
        <p:nvSpPr>
          <p:cNvPr id="12" name="Textfeld 11">
            <a:extLst>
              <a:ext uri="{FF2B5EF4-FFF2-40B4-BE49-F238E27FC236}">
                <a16:creationId xmlns:a16="http://schemas.microsoft.com/office/drawing/2014/main" id="{E2A3D1DC-1FFB-1F43-9465-F366083EE995}"/>
              </a:ext>
            </a:extLst>
          </p:cNvPr>
          <p:cNvSpPr txBox="1"/>
          <p:nvPr userDrawn="1"/>
        </p:nvSpPr>
        <p:spPr>
          <a:xfrm>
            <a:off x="3383280" y="1656080"/>
            <a:ext cx="65" cy="292259"/>
          </a:xfrm>
          <a:prstGeom prst="rect">
            <a:avLst/>
          </a:prstGeom>
          <a:noFill/>
          <a:ln>
            <a:noFill/>
          </a:ln>
        </p:spPr>
        <p:txBody>
          <a:bodyPr wrap="none" lIns="0" tIns="0" rIns="0" bIns="0" rtlCol="0">
            <a:spAutoFit/>
          </a:bodyPr>
          <a:lstStyle/>
          <a:p>
            <a:pPr algn="l">
              <a:lnSpc>
                <a:spcPct val="120000"/>
              </a:lnSpc>
            </a:pPr>
            <a:endParaRPr lang="en-US" sz="1700" noProof="0"/>
          </a:p>
        </p:txBody>
      </p:sp>
      <p:pic>
        <p:nvPicPr>
          <p:cNvPr id="17" name="Grafik 16">
            <a:extLst>
              <a:ext uri="{FF2B5EF4-FFF2-40B4-BE49-F238E27FC236}">
                <a16:creationId xmlns:a16="http://schemas.microsoft.com/office/drawing/2014/main" id="{62333B96-5D16-2D47-ADBB-8CE5904476DD}"/>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9929232" y="0"/>
            <a:ext cx="2243018" cy="1054036"/>
          </a:xfrm>
          <a:prstGeom prst="rect">
            <a:avLst/>
          </a:prstGeom>
        </p:spPr>
      </p:pic>
    </p:spTree>
    <p:extLst>
      <p:ext uri="{BB962C8B-B14F-4D97-AF65-F5344CB8AC3E}">
        <p14:creationId xmlns:p14="http://schemas.microsoft.com/office/powerpoint/2010/main" val="71507048"/>
      </p:ext>
    </p:extLst>
  </p:cSld>
  <p:clrMap bg1="lt1" tx1="dk1" bg2="lt2" tx2="dk2" accent1="accent1" accent2="accent2" accent3="accent3" accent4="accent4" accent5="accent5" accent6="accent6" hlink="hlink" folHlink="folHlink"/>
  <p:sldLayoutIdLst>
    <p:sldLayoutId id="2147483995" r:id="rId1"/>
    <p:sldLayoutId id="2147484002" r:id="rId2"/>
    <p:sldLayoutId id="2147484047" r:id="rId3"/>
    <p:sldLayoutId id="2147484046" r:id="rId4"/>
    <p:sldLayoutId id="2147484033" r:id="rId5"/>
    <p:sldLayoutId id="2147484034" r:id="rId6"/>
    <p:sldLayoutId id="2147484030" r:id="rId7"/>
    <p:sldLayoutId id="2147484048" r:id="rId8"/>
    <p:sldLayoutId id="2147484049" r:id="rId9"/>
    <p:sldLayoutId id="2147484003" r:id="rId10"/>
    <p:sldLayoutId id="2147484028" r:id="rId11"/>
    <p:sldLayoutId id="2147484005" r:id="rId12"/>
    <p:sldLayoutId id="2147483978" r:id="rId13"/>
    <p:sldLayoutId id="2147483979" r:id="rId14"/>
    <p:sldLayoutId id="2147483980" r:id="rId15"/>
    <p:sldLayoutId id="2147483981" r:id="rId16"/>
    <p:sldLayoutId id="2147484010" r:id="rId17"/>
    <p:sldLayoutId id="2147484011" r:id="rId18"/>
    <p:sldLayoutId id="2147484042" r:id="rId19"/>
    <p:sldLayoutId id="2147484043" r:id="rId20"/>
    <p:sldLayoutId id="2147484050" r:id="rId21"/>
    <p:sldLayoutId id="2147484051" r:id="rId22"/>
    <p:sldLayoutId id="2147483975" r:id="rId23"/>
    <p:sldLayoutId id="2147484035" r:id="rId24"/>
    <p:sldLayoutId id="2147484036" r:id="rId25"/>
    <p:sldLayoutId id="2147484037" r:id="rId26"/>
    <p:sldLayoutId id="2147484038" r:id="rId27"/>
    <p:sldLayoutId id="2147484039" r:id="rId28"/>
    <p:sldLayoutId id="2147484044" r:id="rId29"/>
    <p:sldLayoutId id="2147484045" r:id="rId30"/>
    <p:sldLayoutId id="2147484052" r:id="rId31"/>
    <p:sldLayoutId id="2147484029" r:id="rId32"/>
    <p:sldLayoutId id="2147483904" r:id="rId33"/>
    <p:sldLayoutId id="2147483992" r:id="rId34"/>
    <p:sldLayoutId id="2147483988" r:id="rId35"/>
    <p:sldLayoutId id="2147483989" r:id="rId36"/>
    <p:sldLayoutId id="2147483990" r:id="rId37"/>
    <p:sldLayoutId id="2147484040" r:id="rId38"/>
    <p:sldLayoutId id="2147484041" r:id="rId39"/>
    <p:sldLayoutId id="2147483893" r:id="rId40"/>
  </p:sldLayoutIdLst>
  <p:hf hdr="0"/>
  <p:txStyles>
    <p:title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p:titleStyle>
    <p:bodyStyle>
      <a:lvl1pPr marL="18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8" pos="279" userDrawn="1">
          <p15:clr>
            <a:srgbClr val="81C4D7"/>
          </p15:clr>
        </p15:guide>
        <p15:guide id="41" orient="horz" pos="4260">
          <p15:clr>
            <a:srgbClr val="81C4D7"/>
          </p15:clr>
        </p15:guide>
        <p15:guide id="42" pos="3840">
          <p15:clr>
            <a:srgbClr val="81C4D7"/>
          </p15:clr>
        </p15:guide>
        <p15:guide id="43" orient="horz" pos="278" userDrawn="1">
          <p15:clr>
            <a:srgbClr val="81C4D7"/>
          </p15:clr>
        </p15:guide>
        <p15:guide id="45" orient="horz" pos="4042" userDrawn="1">
          <p15:clr>
            <a:srgbClr val="81C4D7"/>
          </p15:clr>
        </p15:guide>
        <p15:guide id="46" pos="7401" userDrawn="1">
          <p15:clr>
            <a:srgbClr val="81C4D7"/>
          </p15:clr>
        </p15:guide>
        <p15:guide id="50" pos="6811" userDrawn="1">
          <p15:clr>
            <a:srgbClr val="81C4D7"/>
          </p15:clr>
        </p15:guide>
        <p15:guide id="51" pos="6199" userDrawn="1">
          <p15:clr>
            <a:srgbClr val="81C4D7"/>
          </p15:clr>
        </p15:guide>
        <p15:guide id="52" pos="5609" userDrawn="1">
          <p15:clr>
            <a:srgbClr val="81C4D7"/>
          </p15:clr>
        </p15:guide>
        <p15:guide id="53" pos="5019" userDrawn="1">
          <p15:clr>
            <a:srgbClr val="81C4D7"/>
          </p15:clr>
        </p15:guide>
        <p15:guide id="54" pos="4430" userDrawn="1">
          <p15:clr>
            <a:srgbClr val="81C4D7"/>
          </p15:clr>
        </p15:guide>
        <p15:guide id="55" pos="3250" userDrawn="1">
          <p15:clr>
            <a:srgbClr val="81C4D7"/>
          </p15:clr>
        </p15:guide>
        <p15:guide id="56" pos="2661" userDrawn="1">
          <p15:clr>
            <a:srgbClr val="81C4D7"/>
          </p15:clr>
        </p15:guide>
        <p15:guide id="57" pos="2071" userDrawn="1">
          <p15:clr>
            <a:srgbClr val="81C4D7"/>
          </p15:clr>
        </p15:guide>
        <p15:guide id="58" pos="1459" userDrawn="1">
          <p15:clr>
            <a:srgbClr val="81C4D7"/>
          </p15:clr>
        </p15:guide>
        <p15:guide id="59" pos="869" userDrawn="1">
          <p15:clr>
            <a:srgbClr val="5ACBF0"/>
          </p15:clr>
        </p15:guide>
        <p15:guide id="60" pos="143" userDrawn="1">
          <p15:clr>
            <a:srgbClr val="F26B43"/>
          </p15:clr>
        </p15:guide>
        <p15:guide id="61" orient="horz" pos="1003" userDrawn="1">
          <p15:clr>
            <a:srgbClr val="F26B43"/>
          </p15:clr>
        </p15:guide>
        <p15:guide id="62" orient="horz" pos="958" userDrawn="1">
          <p15:clr>
            <a:srgbClr val="81C4D7"/>
          </p15:clr>
        </p15:guide>
        <p15:guide id="63" orient="horz" pos="436" userDrawn="1">
          <p15:clr>
            <a:srgbClr val="A4A3A4"/>
          </p15:clr>
        </p15:guide>
        <p15:guide id="64"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16.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32.sv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16/j.jss.2020.110777" TargetMode="External"/><Relationship Id="rId3" Type="http://schemas.openxmlformats.org/officeDocument/2006/relationships/hyperlink" Target="https://doi.org/10.1109/ICSM.2004.1357820" TargetMode="External"/><Relationship Id="rId7" Type="http://schemas.openxmlformats.org/officeDocument/2006/relationships/hyperlink" Target="https://doi.org/10.1109/APSEC65559.2024.00022" TargetMode="External"/><Relationship Id="rId2" Type="http://schemas.openxmlformats.org/officeDocument/2006/relationships/hyperlink" Target="https://doi.org/10.1109/MS.2020.3024958" TargetMode="External"/><Relationship Id="rId1" Type="http://schemas.openxmlformats.org/officeDocument/2006/relationships/slideLayout" Target="../slideLayouts/slideLayout16.xml"/><Relationship Id="rId6" Type="http://schemas.openxmlformats.org/officeDocument/2006/relationships/hyperlink" Target="https://doi.org/10.1109/TSE.2023.3286179" TargetMode="External"/><Relationship Id="rId5" Type="http://schemas.openxmlformats.org/officeDocument/2006/relationships/hyperlink" Target="https://doi.org/10.1109/ICSME.2014.31" TargetMode="External"/><Relationship Id="rId4" Type="http://schemas.openxmlformats.org/officeDocument/2006/relationships/hyperlink" Target="https://doi.org/10.1109/TSE.2009.50" TargetMode="External"/><Relationship Id="rId9" Type="http://schemas.openxmlformats.org/officeDocument/2006/relationships/hyperlink" Target="https://doi.org/10.1109/TSE.2024.3422427"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mailto:mail@tommorgenstern.com" TargetMode="External"/><Relationship Id="rId2" Type="http://schemas.openxmlformats.org/officeDocument/2006/relationships/notesSlide" Target="../notesSlides/notesSlide11.xml"/><Relationship Id="rId1" Type="http://schemas.openxmlformats.org/officeDocument/2006/relationships/slideLayout" Target="../slideLayouts/slideLayout40.xml"/><Relationship Id="rId5" Type="http://schemas.openxmlformats.org/officeDocument/2006/relationships/image" Target="../media/image37.png"/><Relationship Id="rId4" Type="http://schemas.openxmlformats.org/officeDocument/2006/relationships/hyperlink" Target="mailto:Tianxiang.lu@iu.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6B2CAE75-AD27-F14B-8302-6F7D525DDD81}"/>
              </a:ext>
            </a:extLst>
          </p:cNvPr>
          <p:cNvSpPr>
            <a:spLocks noGrp="1"/>
          </p:cNvSpPr>
          <p:nvPr>
            <p:ph type="body" sz="quarter" idx="19"/>
          </p:nvPr>
        </p:nvSpPr>
        <p:spPr/>
        <p:txBody>
          <a:bodyPr/>
          <a:lstStyle/>
          <a:p>
            <a:r>
              <a:rPr lang="de-DE" sz="1200" dirty="0"/>
              <a:t>Tom Morgenstern &amp; </a:t>
            </a:r>
            <a:r>
              <a:rPr lang="de-DE" sz="1200" dirty="0">
                <a:ea typeface="Source Sans Pro Bold"/>
              </a:rPr>
              <a:t>Tianxiang Lu</a:t>
            </a:r>
          </a:p>
        </p:txBody>
      </p:sp>
      <p:sp>
        <p:nvSpPr>
          <p:cNvPr id="4" name="Textplatzhalter 3">
            <a:extLst>
              <a:ext uri="{FF2B5EF4-FFF2-40B4-BE49-F238E27FC236}">
                <a16:creationId xmlns:a16="http://schemas.microsoft.com/office/drawing/2014/main" id="{1925B259-FA0A-8B46-9A6D-5FA35D4D629C}"/>
              </a:ext>
            </a:extLst>
          </p:cNvPr>
          <p:cNvSpPr>
            <a:spLocks noGrp="1"/>
          </p:cNvSpPr>
          <p:nvPr>
            <p:ph type="body" sz="quarter" idx="26"/>
          </p:nvPr>
        </p:nvSpPr>
        <p:spPr>
          <a:xfrm>
            <a:off x="0" y="2563541"/>
            <a:ext cx="2372967" cy="265260"/>
          </a:xfrm>
        </p:spPr>
        <p:txBody>
          <a:bodyPr>
            <a:spAutoFit/>
          </a:bodyPr>
          <a:lstStyle/>
          <a:p>
            <a:r>
              <a:rPr lang="de-DE" dirty="0">
                <a:ea typeface="Source Sans Pro Bold"/>
              </a:rPr>
              <a:t>MOC / </a:t>
            </a:r>
            <a:r>
              <a:rPr lang="de-DE" dirty="0" err="1">
                <a:ea typeface="Source Sans Pro Bold"/>
              </a:rPr>
              <a:t>Declare</a:t>
            </a:r>
            <a:r>
              <a:rPr lang="de-DE" dirty="0">
                <a:ea typeface="Source Sans Pro Bold"/>
              </a:rPr>
              <a:t> 2025</a:t>
            </a:r>
          </a:p>
        </p:txBody>
      </p:sp>
      <p:sp>
        <p:nvSpPr>
          <p:cNvPr id="5" name="Textplatzhalter 4">
            <a:extLst>
              <a:ext uri="{FF2B5EF4-FFF2-40B4-BE49-F238E27FC236}">
                <a16:creationId xmlns:a16="http://schemas.microsoft.com/office/drawing/2014/main" id="{21179727-98A0-0844-84C8-847B72513558}"/>
              </a:ext>
            </a:extLst>
          </p:cNvPr>
          <p:cNvSpPr>
            <a:spLocks noGrp="1"/>
          </p:cNvSpPr>
          <p:nvPr>
            <p:ph type="body" sz="quarter" idx="27"/>
          </p:nvPr>
        </p:nvSpPr>
        <p:spPr>
          <a:xfrm>
            <a:off x="-1" y="3568577"/>
            <a:ext cx="10887798" cy="479550"/>
          </a:xfrm>
        </p:spPr>
        <p:txBody>
          <a:bodyPr>
            <a:spAutoFit/>
          </a:bodyPr>
          <a:lstStyle/>
          <a:p>
            <a:r>
              <a:rPr lang="en-GB" sz="3200" dirty="0"/>
              <a:t>Technical Debt Prediction in DevOps Environments</a:t>
            </a:r>
          </a:p>
        </p:txBody>
      </p:sp>
      <p:sp>
        <p:nvSpPr>
          <p:cNvPr id="6" name="Titel 5">
            <a:extLst>
              <a:ext uri="{FF2B5EF4-FFF2-40B4-BE49-F238E27FC236}">
                <a16:creationId xmlns:a16="http://schemas.microsoft.com/office/drawing/2014/main" id="{4FA6C144-7DE5-1E47-9E6E-720256684B88}"/>
              </a:ext>
            </a:extLst>
          </p:cNvPr>
          <p:cNvSpPr>
            <a:spLocks noGrp="1"/>
          </p:cNvSpPr>
          <p:nvPr>
            <p:ph type="title"/>
          </p:nvPr>
        </p:nvSpPr>
        <p:spPr>
          <a:xfrm>
            <a:off x="-1" y="2912400"/>
            <a:ext cx="11814210" cy="479550"/>
          </a:xfrm>
        </p:spPr>
        <p:txBody>
          <a:bodyPr>
            <a:spAutoFit/>
          </a:bodyPr>
          <a:lstStyle/>
          <a:p>
            <a:r>
              <a:rPr lang="en-GB" sz="3200" dirty="0"/>
              <a:t>Supporting Agile Digital Transformation with AI-Driven</a:t>
            </a:r>
            <a:endParaRPr lang="en-US" sz="3200" noProof="0" dirty="0"/>
          </a:p>
        </p:txBody>
      </p:sp>
      <p:sp>
        <p:nvSpPr>
          <p:cNvPr id="13" name="Textplatzhalter 12">
            <a:extLst>
              <a:ext uri="{FF2B5EF4-FFF2-40B4-BE49-F238E27FC236}">
                <a16:creationId xmlns:a16="http://schemas.microsoft.com/office/drawing/2014/main" id="{A5CA4BB8-1B75-85E5-9D68-0C1D58B10AE0}"/>
              </a:ext>
            </a:extLst>
          </p:cNvPr>
          <p:cNvSpPr>
            <a:spLocks noGrp="1"/>
          </p:cNvSpPr>
          <p:nvPr>
            <p:ph type="body" sz="quarter" idx="12"/>
          </p:nvPr>
        </p:nvSpPr>
        <p:spPr>
          <a:xfrm>
            <a:off x="227013" y="4510800"/>
            <a:ext cx="2481823" cy="1369477"/>
          </a:xfrm>
        </p:spPr>
        <p:txBody>
          <a:bodyPr/>
          <a:lstStyle/>
          <a:p>
            <a:r>
              <a:rPr lang="de-DE" sz="1600" dirty="0" err="1">
                <a:ea typeface="Source Sans Pro Bold"/>
              </a:rPr>
              <a:t>Presenter</a:t>
            </a:r>
            <a:r>
              <a:rPr lang="de-DE" sz="1600" dirty="0">
                <a:ea typeface="Source Sans Pro Bold"/>
              </a:rPr>
              <a:t>: Prof. </a:t>
            </a:r>
            <a:r>
              <a:rPr lang="de-DE" sz="1600" dirty="0" err="1">
                <a:ea typeface="Source Sans Pro Bold"/>
              </a:rPr>
              <a:t>Dr</a:t>
            </a:r>
            <a:r>
              <a:rPr lang="de-DE" sz="1600" dirty="0">
                <a:ea typeface="Source Sans Pro Bold"/>
              </a:rPr>
              <a:t> T. Lu</a:t>
            </a:r>
          </a:p>
          <a:p>
            <a:r>
              <a:rPr lang="de-DE" sz="1600" dirty="0">
                <a:ea typeface="Source Sans Pro Bold"/>
              </a:rPr>
              <a:t>Online </a:t>
            </a:r>
            <a:r>
              <a:rPr lang="de-DE" sz="1600" dirty="0" err="1">
                <a:ea typeface="Source Sans Pro Bold"/>
              </a:rPr>
              <a:t>Presentation</a:t>
            </a:r>
            <a:r>
              <a:rPr lang="de-DE" sz="1600" dirty="0">
                <a:ea typeface="Source Sans Pro Bold"/>
              </a:rPr>
              <a:t>,</a:t>
            </a:r>
            <a:r>
              <a:rPr lang="en-GB" dirty="0"/>
              <a:t> </a:t>
            </a:r>
          </a:p>
          <a:p>
            <a:r>
              <a:rPr lang="en-GB" dirty="0"/>
              <a:t>Évora, Portugal,</a:t>
            </a:r>
          </a:p>
          <a:p>
            <a:r>
              <a:rPr lang="en-GB" dirty="0"/>
              <a:t>September 24 - 26</a:t>
            </a:r>
            <a:endParaRPr lang="de-DE" sz="1600" dirty="0">
              <a:ea typeface="Source Sans Pro Bold"/>
            </a:endParaRPr>
          </a:p>
        </p:txBody>
      </p:sp>
    </p:spTree>
    <p:extLst>
      <p:ext uri="{BB962C8B-B14F-4D97-AF65-F5344CB8AC3E}">
        <p14:creationId xmlns:p14="http://schemas.microsoft.com/office/powerpoint/2010/main" val="1831579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BA103F3-0355-464D-B6A2-A5007E01FD4A}"/>
              </a:ext>
            </a:extLst>
          </p:cNvPr>
          <p:cNvSpPr>
            <a:spLocks noGrp="1"/>
          </p:cNvSpPr>
          <p:nvPr>
            <p:ph type="dt" sz="half" idx="10"/>
          </p:nvPr>
        </p:nvSpPr>
        <p:spPr/>
        <p:txBody>
          <a:bodyPr/>
          <a:lstStyle/>
          <a:p>
            <a:fld id="{9DE2538E-986B-6C46-B955-8C701E8C89AF}" type="datetime1">
              <a:rPr lang="en-US" smtClean="0"/>
              <a:t>9/24/25</a:t>
            </a:fld>
            <a:endParaRPr lang="en-US" dirty="0"/>
          </a:p>
        </p:txBody>
      </p:sp>
      <p:sp>
        <p:nvSpPr>
          <p:cNvPr id="3" name="Fußzeilenplatzhalter 2">
            <a:extLst>
              <a:ext uri="{FF2B5EF4-FFF2-40B4-BE49-F238E27FC236}">
                <a16:creationId xmlns:a16="http://schemas.microsoft.com/office/drawing/2014/main" id="{B6335C16-2EF9-4B42-B1F8-46209C05B60E}"/>
              </a:ext>
            </a:extLst>
          </p:cNvPr>
          <p:cNvSpPr>
            <a:spLocks noGrp="1"/>
          </p:cNvSpPr>
          <p:nvPr>
            <p:ph type="ftr" sz="quarter" idx="11"/>
          </p:nvPr>
        </p:nvSpPr>
        <p:spPr/>
        <p:txBody>
          <a:bodyPr/>
          <a:lstStyle/>
          <a:p>
            <a:r>
              <a:rPr lang="en-US" dirty="0"/>
              <a:t>Footer</a:t>
            </a:r>
          </a:p>
        </p:txBody>
      </p:sp>
      <p:sp>
        <p:nvSpPr>
          <p:cNvPr id="4" name="Foliennummernplatzhalter 3">
            <a:extLst>
              <a:ext uri="{FF2B5EF4-FFF2-40B4-BE49-F238E27FC236}">
                <a16:creationId xmlns:a16="http://schemas.microsoft.com/office/drawing/2014/main" id="{BE575688-4807-844D-A028-A6C5227A940A}"/>
              </a:ext>
            </a:extLst>
          </p:cNvPr>
          <p:cNvSpPr>
            <a:spLocks noGrp="1"/>
          </p:cNvSpPr>
          <p:nvPr>
            <p:ph type="sldNum" sz="quarter" idx="12"/>
          </p:nvPr>
        </p:nvSpPr>
        <p:spPr/>
        <p:txBody>
          <a:bodyPr/>
          <a:lstStyle/>
          <a:p>
            <a:fld id="{19C38A61-2AC7-4B0E-B80F-DDADD701BB40}" type="slidenum">
              <a:rPr lang="en-US" smtClean="0"/>
              <a:pPr/>
              <a:t>2</a:t>
            </a:fld>
            <a:endParaRPr lang="en-US" dirty="0"/>
          </a:p>
        </p:txBody>
      </p:sp>
      <p:sp>
        <p:nvSpPr>
          <p:cNvPr id="6" name="Titel 5">
            <a:extLst>
              <a:ext uri="{FF2B5EF4-FFF2-40B4-BE49-F238E27FC236}">
                <a16:creationId xmlns:a16="http://schemas.microsoft.com/office/drawing/2014/main" id="{52D93A2D-3069-3A4E-8731-474098F26635}"/>
              </a:ext>
            </a:extLst>
          </p:cNvPr>
          <p:cNvSpPr>
            <a:spLocks noGrp="1"/>
          </p:cNvSpPr>
          <p:nvPr>
            <p:ph type="title"/>
          </p:nvPr>
        </p:nvSpPr>
        <p:spPr/>
        <p:txBody>
          <a:bodyPr/>
          <a:lstStyle/>
          <a:p>
            <a:r>
              <a:rPr lang="en-US" dirty="0"/>
              <a:t>Agenda for this topic
</a:t>
            </a:r>
          </a:p>
        </p:txBody>
      </p:sp>
      <p:graphicFrame>
        <p:nvGraphicFramePr>
          <p:cNvPr id="7" name="Tabelle 9">
            <a:extLst>
              <a:ext uri="{FF2B5EF4-FFF2-40B4-BE49-F238E27FC236}">
                <a16:creationId xmlns:a16="http://schemas.microsoft.com/office/drawing/2014/main" id="{760EEA5D-B094-1046-9A95-948EC94B99B3}"/>
              </a:ext>
            </a:extLst>
          </p:cNvPr>
          <p:cNvGraphicFramePr>
            <a:graphicFrameLocks noGrp="1"/>
          </p:cNvGraphicFramePr>
          <p:nvPr>
            <p:extLst>
              <p:ext uri="{D42A27DB-BD31-4B8C-83A1-F6EECF244321}">
                <p14:modId xmlns:p14="http://schemas.microsoft.com/office/powerpoint/2010/main" val="2320883085"/>
              </p:ext>
            </p:extLst>
          </p:nvPr>
        </p:nvGraphicFramePr>
        <p:xfrm>
          <a:off x="442913" y="1589499"/>
          <a:ext cx="11310646" cy="4640265"/>
        </p:xfrm>
        <a:graphic>
          <a:graphicData uri="http://schemas.openxmlformats.org/drawingml/2006/table">
            <a:tbl>
              <a:tblPr firstRow="1" bandRow="1">
                <a:tableStyleId>{5C22544A-7EE6-4342-B048-85BDC9FD1C3A}</a:tableStyleId>
              </a:tblPr>
              <a:tblGrid>
                <a:gridCol w="7184175">
                  <a:extLst>
                    <a:ext uri="{9D8B030D-6E8A-4147-A177-3AD203B41FA5}">
                      <a16:colId xmlns:a16="http://schemas.microsoft.com/office/drawing/2014/main" val="922412611"/>
                    </a:ext>
                  </a:extLst>
                </a:gridCol>
                <a:gridCol w="347331">
                  <a:extLst>
                    <a:ext uri="{9D8B030D-6E8A-4147-A177-3AD203B41FA5}">
                      <a16:colId xmlns:a16="http://schemas.microsoft.com/office/drawing/2014/main" val="3240641897"/>
                    </a:ext>
                  </a:extLst>
                </a:gridCol>
                <a:gridCol w="935665">
                  <a:extLst>
                    <a:ext uri="{9D8B030D-6E8A-4147-A177-3AD203B41FA5}">
                      <a16:colId xmlns:a16="http://schemas.microsoft.com/office/drawing/2014/main" val="20002"/>
                    </a:ext>
                  </a:extLst>
                </a:gridCol>
                <a:gridCol w="290623">
                  <a:extLst>
                    <a:ext uri="{9D8B030D-6E8A-4147-A177-3AD203B41FA5}">
                      <a16:colId xmlns:a16="http://schemas.microsoft.com/office/drawing/2014/main" val="20003"/>
                    </a:ext>
                  </a:extLst>
                </a:gridCol>
                <a:gridCol w="2552852">
                  <a:extLst>
                    <a:ext uri="{9D8B030D-6E8A-4147-A177-3AD203B41FA5}">
                      <a16:colId xmlns:a16="http://schemas.microsoft.com/office/drawing/2014/main" val="934957934"/>
                    </a:ext>
                  </a:extLst>
                </a:gridCol>
              </a:tblGrid>
              <a:tr h="928053">
                <a:tc>
                  <a:txBody>
                    <a:bodyPr/>
                    <a:lstStyle/>
                    <a:p>
                      <a:r>
                        <a:rPr lang="en-US" sz="2200" b="0" noProof="0" dirty="0">
                          <a:solidFill>
                            <a:schemeClr val="tx1"/>
                          </a:solidFill>
                          <a:latin typeface="+mj-lt"/>
                        </a:rPr>
                        <a:t>Problem -&gt; Research Questions</a:t>
                      </a:r>
                    </a:p>
                  </a:txBody>
                  <a:tcPr marL="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400" b="0" noProof="0" dirty="0">
                        <a:solidFill>
                          <a:schemeClr val="tx1"/>
                        </a:solidFill>
                        <a:latin typeface="+mn-lt"/>
                      </a:endParaRPr>
                    </a:p>
                  </a:txBody>
                  <a:tcPr marL="0" anchor="ctr">
                    <a:lnL w="12700" cmpd="sng">
                      <a:noFill/>
                    </a:lnL>
                    <a:lnR w="12700" cmpd="sng">
                      <a:noFill/>
                    </a:lnR>
                    <a:lnT w="381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2400" b="0" noProof="0" dirty="0">
                          <a:solidFill>
                            <a:schemeClr val="tx1"/>
                          </a:solidFill>
                          <a:latin typeface="+mj-lt"/>
                        </a:rPr>
                        <a:t>1</a:t>
                      </a:r>
                    </a:p>
                  </a:txBody>
                  <a:tcPr marT="36000" anchor="ctr">
                    <a:lnL w="12700" cmpd="sng">
                      <a:noFill/>
                    </a:lnL>
                    <a:lnR w="57150" cap="flat" cmpd="sng" algn="ctr">
                      <a:noFill/>
                      <a:prstDash val="solid"/>
                      <a:round/>
                      <a:headEnd type="none" w="med" len="med"/>
                      <a:tailEnd type="none" w="med" len="med"/>
                    </a:lnR>
                    <a:lnT w="381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b="0" noProof="0" dirty="0">
                        <a:solidFill>
                          <a:schemeClr val="tx1"/>
                        </a:solidFill>
                        <a:latin typeface="+mn-lt"/>
                      </a:endParaRPr>
                    </a:p>
                  </a:txBody>
                  <a:tcPr marL="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b="0" noProof="0" dirty="0">
                          <a:solidFill>
                            <a:schemeClr val="tx1"/>
                          </a:solidFill>
                          <a:latin typeface="+mn-lt"/>
                        </a:rPr>
                        <a:t>p3-5, 15:32</a:t>
                      </a:r>
                    </a:p>
                  </a:txBody>
                  <a:tcPr marL="108000" marR="0" anchor="ctr">
                    <a:lnL w="57150" cap="flat" cmpd="sng" algn="ctr">
                      <a:no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4954664"/>
                  </a:ext>
                </a:extLst>
              </a:tr>
              <a:tr h="9280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0" noProof="0" dirty="0">
                          <a:solidFill>
                            <a:schemeClr val="tx1"/>
                          </a:solidFill>
                          <a:latin typeface="+mj-lt"/>
                        </a:rPr>
                        <a:t>Related Work</a:t>
                      </a:r>
                      <a:endParaRPr lang="en-US" sz="1700" b="0" noProof="0" dirty="0">
                        <a:solidFill>
                          <a:schemeClr val="tx1"/>
                        </a:solidFill>
                        <a:latin typeface="+mn-lt"/>
                      </a:endParaRPr>
                    </a:p>
                  </a:txBody>
                  <a:tcPr marL="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400" b="0" noProof="0" dirty="0">
                        <a:solidFill>
                          <a:schemeClr val="tx1"/>
                        </a:solidFill>
                        <a:latin typeface="+mn-lt"/>
                      </a:endParaRP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2400" b="0" noProof="0" dirty="0">
                          <a:solidFill>
                            <a:schemeClr val="tx1"/>
                          </a:solidFill>
                          <a:latin typeface="+mj-lt"/>
                        </a:rPr>
                        <a:t>2</a:t>
                      </a:r>
                    </a:p>
                  </a:txBody>
                  <a:tcPr marT="36000" anchor="ctr">
                    <a:lnL w="12700" cmpd="sng">
                      <a:noFill/>
                    </a:lnL>
                    <a:lnR w="5715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b="0" noProof="0" dirty="0">
                        <a:solidFill>
                          <a:schemeClr val="tx1"/>
                        </a:solidFill>
                        <a:latin typeface="+mn-lt"/>
                      </a:endParaRPr>
                    </a:p>
                  </a:txBody>
                  <a:tcPr marL="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b="0" noProof="0" dirty="0">
                          <a:solidFill>
                            <a:schemeClr val="tx1"/>
                          </a:solidFill>
                          <a:latin typeface="+mn-lt"/>
                        </a:rPr>
                        <a:t>p6, 15:38</a:t>
                      </a:r>
                    </a:p>
                  </a:txBody>
                  <a:tcPr marL="108000" marR="0" anchor="ctr">
                    <a:lnL w="57150" cap="flat" cmpd="sng" algn="ctr">
                      <a:no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5990031"/>
                  </a:ext>
                </a:extLst>
              </a:tr>
              <a:tr h="928053">
                <a:tc>
                  <a:txBody>
                    <a:bodyPr/>
                    <a:lstStyle/>
                    <a:p>
                      <a:r>
                        <a:rPr lang="en-US" sz="2200" b="0" noProof="0" dirty="0">
                          <a:solidFill>
                            <a:schemeClr val="tx1"/>
                          </a:solidFill>
                          <a:latin typeface="+mj-lt"/>
                        </a:rPr>
                        <a:t>Methodology (CRISP-ML(Q)+XAI)</a:t>
                      </a:r>
                    </a:p>
                  </a:txBody>
                  <a:tcPr marL="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400" b="0" noProof="0" dirty="0">
                        <a:solidFill>
                          <a:schemeClr val="tx1"/>
                        </a:solidFill>
                        <a:latin typeface="+mn-lt"/>
                      </a:endParaRP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2400" b="0" noProof="0" dirty="0">
                          <a:solidFill>
                            <a:schemeClr val="tx1"/>
                          </a:solidFill>
                          <a:latin typeface="+mj-lt"/>
                        </a:rPr>
                        <a:t>3</a:t>
                      </a:r>
                    </a:p>
                  </a:txBody>
                  <a:tcPr marT="36000" anchor="ctr">
                    <a:lnL w="12700" cmpd="sng">
                      <a:noFill/>
                    </a:lnL>
                    <a:lnR w="5715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b="0" noProof="0" dirty="0">
                        <a:solidFill>
                          <a:schemeClr val="tx1"/>
                        </a:solidFill>
                        <a:latin typeface="+mn-lt"/>
                      </a:endParaRPr>
                    </a:p>
                  </a:txBody>
                  <a:tcPr marL="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b="0" noProof="0" dirty="0">
                          <a:solidFill>
                            <a:schemeClr val="tx1"/>
                          </a:solidFill>
                          <a:latin typeface="+mn-lt"/>
                        </a:rPr>
                        <a:t>P7-15, 15:40</a:t>
                      </a:r>
                    </a:p>
                  </a:txBody>
                  <a:tcPr marL="108000" marR="0" anchor="ctr">
                    <a:lnL w="57150" cap="flat" cmpd="sng" algn="ctr">
                      <a:no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7272670"/>
                  </a:ext>
                </a:extLst>
              </a:tr>
              <a:tr h="928053">
                <a:tc>
                  <a:txBody>
                    <a:bodyPr/>
                    <a:lstStyle/>
                    <a:p>
                      <a:r>
                        <a:rPr lang="en-US" sz="2200" noProof="0" dirty="0">
                          <a:latin typeface="+mj-lt"/>
                        </a:rPr>
                        <a:t>Take away &amp; Future Steps</a:t>
                      </a:r>
                      <a:endParaRPr lang="en-US" sz="1700" noProof="0" dirty="0"/>
                    </a:p>
                  </a:txBody>
                  <a:tcPr marL="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400" b="0" noProof="0" dirty="0">
                        <a:solidFill>
                          <a:schemeClr val="tx1"/>
                        </a:solidFill>
                        <a:latin typeface="+mn-lt"/>
                      </a:endParaRP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2400" b="0" noProof="0" dirty="0">
                          <a:solidFill>
                            <a:schemeClr val="tx1"/>
                          </a:solidFill>
                          <a:latin typeface="+mj-lt"/>
                        </a:rPr>
                        <a:t>4</a:t>
                      </a:r>
                    </a:p>
                  </a:txBody>
                  <a:tcPr marT="36000" anchor="ctr">
                    <a:lnL w="12700" cmpd="sng">
                      <a:noFill/>
                    </a:lnL>
                    <a:lnR w="5715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b="0" noProof="0" dirty="0">
                        <a:solidFill>
                          <a:schemeClr val="tx1"/>
                        </a:solidFill>
                        <a:latin typeface="+mn-lt"/>
                      </a:endParaRPr>
                    </a:p>
                  </a:txBody>
                  <a:tcPr marL="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b="0" noProof="0" dirty="0">
                          <a:solidFill>
                            <a:schemeClr val="tx1"/>
                          </a:solidFill>
                          <a:latin typeface="+mn-lt"/>
                        </a:rPr>
                        <a:t>P16, 15:53</a:t>
                      </a:r>
                    </a:p>
                  </a:txBody>
                  <a:tcPr marL="108000" marR="0" anchor="ctr">
                    <a:lnL w="57150" cap="flat" cmpd="sng" algn="ctr">
                      <a:no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1259476"/>
                  </a:ext>
                </a:extLst>
              </a:tr>
              <a:tr h="928053">
                <a:tc>
                  <a:txBody>
                    <a:bodyPr/>
                    <a:lstStyle/>
                    <a:p>
                      <a:r>
                        <a:rPr lang="en-US" sz="2200" noProof="0" dirty="0">
                          <a:latin typeface="+mj-lt"/>
                        </a:rPr>
                        <a:t>Conclusion</a:t>
                      </a:r>
                      <a:endParaRPr lang="en-US" sz="1700" noProof="0" dirty="0"/>
                    </a:p>
                  </a:txBody>
                  <a:tcPr marL="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400" b="0" noProof="0" dirty="0">
                        <a:solidFill>
                          <a:schemeClr val="tx1"/>
                        </a:solidFill>
                        <a:latin typeface="+mn-lt"/>
                      </a:endParaRPr>
                    </a:p>
                  </a:txBody>
                  <a:tcPr marL="0" anchor="ctr">
                    <a:lnL w="12700" cmpd="sng">
                      <a:noFill/>
                    </a:lnL>
                    <a:lnR w="12700" cmpd="sng">
                      <a:noFill/>
                    </a:lnR>
                    <a:lnT w="127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tc>
                  <a:txBody>
                    <a:bodyPr/>
                    <a:lstStyle/>
                    <a:p>
                      <a:pPr algn="ctr"/>
                      <a:r>
                        <a:rPr lang="en-US" sz="2400" b="0" noProof="0" dirty="0">
                          <a:solidFill>
                            <a:schemeClr val="tx1"/>
                          </a:solidFill>
                          <a:latin typeface="+mj-lt"/>
                        </a:rPr>
                        <a:t>5</a:t>
                      </a:r>
                    </a:p>
                  </a:txBody>
                  <a:tcPr marT="36000" anchor="ctr">
                    <a:lnL w="12700" cmpd="sng">
                      <a:noFill/>
                    </a:lnL>
                    <a:lnR w="5715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b="0" noProof="0" dirty="0">
                        <a:solidFill>
                          <a:schemeClr val="tx1"/>
                        </a:solidFill>
                        <a:latin typeface="+mn-lt"/>
                      </a:endParaRPr>
                    </a:p>
                  </a:txBody>
                  <a:tcPr marL="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b="0" noProof="0" dirty="0">
                          <a:solidFill>
                            <a:schemeClr val="tx1"/>
                          </a:solidFill>
                          <a:latin typeface="+mn-lt"/>
                        </a:rPr>
                        <a:t>P17, 15:55</a:t>
                      </a:r>
                    </a:p>
                  </a:txBody>
                  <a:tcPr marL="108000" marR="0" anchor="ctr">
                    <a:lnL w="57150" cap="flat" cmpd="sng" algn="ctr">
                      <a:no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6524023"/>
                  </a:ext>
                </a:extLst>
              </a:tr>
            </a:tbl>
          </a:graphicData>
        </a:graphic>
      </p:graphicFrame>
    </p:spTree>
    <p:extLst>
      <p:ext uri="{BB962C8B-B14F-4D97-AF65-F5344CB8AC3E}">
        <p14:creationId xmlns:p14="http://schemas.microsoft.com/office/powerpoint/2010/main" val="2117463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D4EC5EEB-57CC-BC4E-A256-D271B05F1FE0}"/>
              </a:ext>
            </a:extLst>
          </p:cNvPr>
          <p:cNvSpPr>
            <a:spLocks noGrp="1"/>
          </p:cNvSpPr>
          <p:nvPr>
            <p:ph type="body" sz="quarter" idx="19"/>
          </p:nvPr>
        </p:nvSpPr>
        <p:spPr/>
        <p:txBody>
          <a:bodyPr/>
          <a:lstStyle/>
          <a:p>
            <a:r>
              <a:rPr lang="de-DE" sz="1200" dirty="0"/>
              <a:t>Tom Morgenstern &amp; </a:t>
            </a:r>
            <a:r>
              <a:rPr lang="de-DE" sz="1200" dirty="0">
                <a:ea typeface="Source Sans Pro Bold"/>
              </a:rPr>
              <a:t>Tianxiang Lu</a:t>
            </a:r>
          </a:p>
        </p:txBody>
      </p:sp>
      <p:sp>
        <p:nvSpPr>
          <p:cNvPr id="6" name="TextBox 5">
            <a:extLst>
              <a:ext uri="{FF2B5EF4-FFF2-40B4-BE49-F238E27FC236}">
                <a16:creationId xmlns:a16="http://schemas.microsoft.com/office/drawing/2014/main" id="{499760DB-F34B-CCB9-A1CE-16E1219F6316}"/>
              </a:ext>
            </a:extLst>
          </p:cNvPr>
          <p:cNvSpPr txBox="1"/>
          <p:nvPr/>
        </p:nvSpPr>
        <p:spPr>
          <a:xfrm>
            <a:off x="3115797" y="2748462"/>
            <a:ext cx="9076203" cy="3504806"/>
          </a:xfrm>
          <a:prstGeom prst="rect">
            <a:avLst/>
          </a:prstGeom>
          <a:noFill/>
          <a:ln>
            <a:noFill/>
          </a:ln>
        </p:spPr>
        <p:txBody>
          <a:bodyPr wrap="none" lIns="0" tIns="0" rIns="0" bIns="0" rtlCol="0">
            <a:spAutoFit/>
          </a:bodyPr>
          <a:lstStyle/>
          <a:p>
            <a:pPr algn="ctr">
              <a:lnSpc>
                <a:spcPct val="120000"/>
              </a:lnSpc>
            </a:pPr>
            <a:r>
              <a:rPr lang="en-GB" sz="3200" b="1" i="1" dirty="0">
                <a:solidFill>
                  <a:schemeClr val="tx2"/>
                </a:solidFill>
              </a:rPr>
              <a:t>Problem</a:t>
            </a:r>
            <a:endParaRPr lang="en-GB" sz="3200" i="1" dirty="0">
              <a:solidFill>
                <a:schemeClr val="tx2"/>
              </a:solidFill>
            </a:endParaRPr>
          </a:p>
          <a:p>
            <a:pPr algn="ctr">
              <a:lnSpc>
                <a:spcPct val="120000"/>
              </a:lnSpc>
            </a:pPr>
            <a:endParaRPr lang="en-GB" sz="3200" i="1" dirty="0">
              <a:solidFill>
                <a:schemeClr val="tx2"/>
              </a:solidFill>
            </a:endParaRPr>
          </a:p>
          <a:p>
            <a:pPr algn="ctr">
              <a:lnSpc>
                <a:spcPct val="120000"/>
              </a:lnSpc>
            </a:pPr>
            <a:endParaRPr lang="en-GB" sz="3200" i="1" dirty="0">
              <a:solidFill>
                <a:schemeClr val="tx2"/>
              </a:solidFill>
            </a:endParaRPr>
          </a:p>
          <a:p>
            <a:pPr algn="ctr">
              <a:lnSpc>
                <a:spcPct val="120000"/>
              </a:lnSpc>
            </a:pPr>
            <a:r>
              <a:rPr lang="en-GB" sz="3200" dirty="0">
                <a:solidFill>
                  <a:schemeClr val="accent1"/>
                </a:solidFill>
              </a:rPr>
              <a:t>Rapid, user-driven agile DevOps development </a:t>
            </a:r>
          </a:p>
          <a:p>
            <a:pPr algn="ctr">
              <a:lnSpc>
                <a:spcPct val="120000"/>
              </a:lnSpc>
            </a:pPr>
            <a:r>
              <a:rPr lang="en-GB" sz="3200" dirty="0">
                <a:solidFill>
                  <a:schemeClr val="accent1"/>
                </a:solidFill>
              </a:rPr>
              <a:t>accelerates delivery but accumulates technical debt, </a:t>
            </a:r>
          </a:p>
          <a:p>
            <a:pPr algn="ctr">
              <a:lnSpc>
                <a:spcPct val="120000"/>
              </a:lnSpc>
            </a:pPr>
            <a:r>
              <a:rPr lang="en-GB" sz="3200" dirty="0">
                <a:solidFill>
                  <a:schemeClr val="accent1"/>
                </a:solidFill>
              </a:rPr>
              <a:t>threatening long-term code maintainability.</a:t>
            </a:r>
            <a:endParaRPr lang="en-GB" sz="3200" i="1" dirty="0">
              <a:solidFill>
                <a:schemeClr val="accent1"/>
              </a:solidFill>
            </a:endParaRPr>
          </a:p>
        </p:txBody>
      </p:sp>
      <p:pic>
        <p:nvPicPr>
          <p:cNvPr id="4" name="Graphic 3" descr="Mortgage with solid fill">
            <a:extLst>
              <a:ext uri="{FF2B5EF4-FFF2-40B4-BE49-F238E27FC236}">
                <a16:creationId xmlns:a16="http://schemas.microsoft.com/office/drawing/2014/main" id="{473C1AEC-FF7F-BBCA-1C89-70005B9CC8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5387" y="4886325"/>
            <a:ext cx="914400" cy="914400"/>
          </a:xfrm>
          <a:prstGeom prst="rect">
            <a:avLst/>
          </a:prstGeom>
        </p:spPr>
      </p:pic>
      <p:pic>
        <p:nvPicPr>
          <p:cNvPr id="7" name="Graphic 6" descr="Gauge with solid fill">
            <a:extLst>
              <a:ext uri="{FF2B5EF4-FFF2-40B4-BE49-F238E27FC236}">
                <a16:creationId xmlns:a16="http://schemas.microsoft.com/office/drawing/2014/main" id="{E929A708-7AED-22AB-F491-B0288BA96C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41192" y="3171825"/>
            <a:ext cx="914400" cy="914400"/>
          </a:xfrm>
          <a:prstGeom prst="rect">
            <a:avLst/>
          </a:prstGeom>
        </p:spPr>
      </p:pic>
      <p:cxnSp>
        <p:nvCxnSpPr>
          <p:cNvPr id="9" name="Straight Arrow Connector 8">
            <a:extLst>
              <a:ext uri="{FF2B5EF4-FFF2-40B4-BE49-F238E27FC236}">
                <a16:creationId xmlns:a16="http://schemas.microsoft.com/office/drawing/2014/main" id="{3E0E0EC2-CEA7-2CAC-8903-414FD7DCF93B}"/>
              </a:ext>
            </a:extLst>
          </p:cNvPr>
          <p:cNvCxnSpPr>
            <a:endCxn id="4" idx="0"/>
          </p:cNvCxnSpPr>
          <p:nvPr/>
        </p:nvCxnSpPr>
        <p:spPr>
          <a:xfrm>
            <a:off x="1652587" y="4100513"/>
            <a:ext cx="0" cy="78581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404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F6FFB2D-BBE1-EBBE-AD28-BCF46D1979B6}"/>
              </a:ext>
            </a:extLst>
          </p:cNvPr>
          <p:cNvSpPr/>
          <p:nvPr/>
        </p:nvSpPr>
        <p:spPr>
          <a:xfrm>
            <a:off x="7960686" y="1262542"/>
            <a:ext cx="3959616" cy="4602564"/>
          </a:xfrm>
          <a:prstGeom prst="rect">
            <a:avLst/>
          </a:prstGeom>
          <a:solidFill>
            <a:srgbClr val="FF8D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p>
        </p:txBody>
      </p:sp>
      <p:sp>
        <p:nvSpPr>
          <p:cNvPr id="44" name="Rectangle 43">
            <a:extLst>
              <a:ext uri="{FF2B5EF4-FFF2-40B4-BE49-F238E27FC236}">
                <a16:creationId xmlns:a16="http://schemas.microsoft.com/office/drawing/2014/main" id="{BF98ABEE-C38E-C7C9-45F3-14DC0A372FFF}"/>
              </a:ext>
            </a:extLst>
          </p:cNvPr>
          <p:cNvSpPr/>
          <p:nvPr/>
        </p:nvSpPr>
        <p:spPr>
          <a:xfrm>
            <a:off x="338077" y="1262541"/>
            <a:ext cx="3520515" cy="4587149"/>
          </a:xfrm>
          <a:prstGeom prst="rect">
            <a:avLst/>
          </a:prstGeom>
          <a:solidFill>
            <a:srgbClr val="55FF4D"/>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p>
        </p:txBody>
      </p:sp>
      <p:sp>
        <p:nvSpPr>
          <p:cNvPr id="2" name="Datumsplatzhalter 1">
            <a:extLst>
              <a:ext uri="{FF2B5EF4-FFF2-40B4-BE49-F238E27FC236}">
                <a16:creationId xmlns:a16="http://schemas.microsoft.com/office/drawing/2014/main" id="{5FFE529A-2ABE-A546-BA5A-5D4B978D44F3}"/>
              </a:ext>
            </a:extLst>
          </p:cNvPr>
          <p:cNvSpPr>
            <a:spLocks noGrp="1"/>
          </p:cNvSpPr>
          <p:nvPr>
            <p:ph type="dt" sz="half" idx="10"/>
          </p:nvPr>
        </p:nvSpPr>
        <p:spPr/>
        <p:txBody>
          <a:bodyPr/>
          <a:lstStyle/>
          <a:p>
            <a:fld id="{04CAA61E-7AEC-D342-8104-4DFD59E7350E}" type="datetime1">
              <a:rPr lang="en-US" smtClean="0"/>
              <a:t>9/24/25</a:t>
            </a:fld>
            <a:endParaRPr lang="en-US"/>
          </a:p>
        </p:txBody>
      </p:sp>
      <p:sp>
        <p:nvSpPr>
          <p:cNvPr id="3" name="Fußzeilenplatzhalter 2">
            <a:extLst>
              <a:ext uri="{FF2B5EF4-FFF2-40B4-BE49-F238E27FC236}">
                <a16:creationId xmlns:a16="http://schemas.microsoft.com/office/drawing/2014/main" id="{6D398FC9-12E8-DD47-8D7B-37FC4E6AD234}"/>
              </a:ext>
            </a:extLst>
          </p:cNvPr>
          <p:cNvSpPr>
            <a:spLocks noGrp="1"/>
          </p:cNvSpPr>
          <p:nvPr>
            <p:ph type="ftr" sz="quarter" idx="11"/>
          </p:nvPr>
        </p:nvSpPr>
        <p:spPr/>
        <p:txBody>
          <a:bodyPr/>
          <a:lstStyle/>
          <a:p>
            <a:r>
              <a:rPr lang="en-GB" dirty="0"/>
              <a:t>Tom Morgenstern</a:t>
            </a:r>
            <a:r>
              <a:rPr lang="en-US" dirty="0"/>
              <a:t> &amp; Tianxiang Lu</a:t>
            </a:r>
            <a:endParaRPr lang="en-GB" dirty="0"/>
          </a:p>
        </p:txBody>
      </p:sp>
      <p:sp>
        <p:nvSpPr>
          <p:cNvPr id="4" name="Foliennummernplatzhalter 3">
            <a:extLst>
              <a:ext uri="{FF2B5EF4-FFF2-40B4-BE49-F238E27FC236}">
                <a16:creationId xmlns:a16="http://schemas.microsoft.com/office/drawing/2014/main" id="{1CFADBEF-4348-AA4D-921B-8392D103CFB6}"/>
              </a:ext>
            </a:extLst>
          </p:cNvPr>
          <p:cNvSpPr>
            <a:spLocks noGrp="1"/>
          </p:cNvSpPr>
          <p:nvPr>
            <p:ph type="sldNum" sz="quarter" idx="12"/>
          </p:nvPr>
        </p:nvSpPr>
        <p:spPr/>
        <p:txBody>
          <a:bodyPr/>
          <a:lstStyle/>
          <a:p>
            <a:fld id="{19C38A61-2AC7-4B0E-B80F-DDADD701BB40}" type="slidenum">
              <a:rPr lang="en-US" smtClean="0"/>
              <a:pPr/>
              <a:t>4</a:t>
            </a:fld>
            <a:endParaRPr lang="en-US"/>
          </a:p>
        </p:txBody>
      </p:sp>
      <p:sp>
        <p:nvSpPr>
          <p:cNvPr id="7" name="Titel 6">
            <a:extLst>
              <a:ext uri="{FF2B5EF4-FFF2-40B4-BE49-F238E27FC236}">
                <a16:creationId xmlns:a16="http://schemas.microsoft.com/office/drawing/2014/main" id="{07FCF317-46F7-1149-BC35-A1B3DD214E7A}"/>
              </a:ext>
            </a:extLst>
          </p:cNvPr>
          <p:cNvSpPr>
            <a:spLocks noGrp="1"/>
          </p:cNvSpPr>
          <p:nvPr>
            <p:ph type="title"/>
          </p:nvPr>
        </p:nvSpPr>
        <p:spPr/>
        <p:txBody>
          <a:bodyPr/>
          <a:lstStyle/>
          <a:p>
            <a:r>
              <a:rPr lang="en-US" cap="none" dirty="0"/>
              <a:t>The Technical Debt (TD) Dilemma in Modern Development</a:t>
            </a:r>
          </a:p>
        </p:txBody>
      </p:sp>
      <p:sp>
        <p:nvSpPr>
          <p:cNvPr id="15" name="TextBox 14">
            <a:extLst>
              <a:ext uri="{FF2B5EF4-FFF2-40B4-BE49-F238E27FC236}">
                <a16:creationId xmlns:a16="http://schemas.microsoft.com/office/drawing/2014/main" id="{E7766C34-E263-E2DF-74BF-299159A18348}"/>
              </a:ext>
            </a:extLst>
          </p:cNvPr>
          <p:cNvSpPr txBox="1"/>
          <p:nvPr/>
        </p:nvSpPr>
        <p:spPr>
          <a:xfrm>
            <a:off x="385718" y="1330140"/>
            <a:ext cx="3206531" cy="343812"/>
          </a:xfrm>
          <a:prstGeom prst="rect">
            <a:avLst/>
          </a:prstGeom>
          <a:noFill/>
          <a:ln>
            <a:noFill/>
          </a:ln>
        </p:spPr>
        <p:txBody>
          <a:bodyPr wrap="square" lIns="0" tIns="0" rIns="0" bIns="0" rtlCol="0">
            <a:spAutoFit/>
          </a:bodyPr>
          <a:lstStyle/>
          <a:p>
            <a:pPr algn="l">
              <a:lnSpc>
                <a:spcPct val="120000"/>
              </a:lnSpc>
            </a:pPr>
            <a:r>
              <a:rPr lang="en-GB" sz="2000" dirty="0"/>
              <a:t>Speed Focused Development</a:t>
            </a:r>
          </a:p>
        </p:txBody>
      </p:sp>
      <p:sp>
        <p:nvSpPr>
          <p:cNvPr id="16" name="TextBox 15">
            <a:extLst>
              <a:ext uri="{FF2B5EF4-FFF2-40B4-BE49-F238E27FC236}">
                <a16:creationId xmlns:a16="http://schemas.microsoft.com/office/drawing/2014/main" id="{3B6FF03F-1EE0-FF23-3504-FD5FECAEDB76}"/>
              </a:ext>
            </a:extLst>
          </p:cNvPr>
          <p:cNvSpPr txBox="1"/>
          <p:nvPr/>
        </p:nvSpPr>
        <p:spPr>
          <a:xfrm>
            <a:off x="8112623" y="1322640"/>
            <a:ext cx="3537828" cy="343812"/>
          </a:xfrm>
          <a:prstGeom prst="rect">
            <a:avLst/>
          </a:prstGeom>
          <a:noFill/>
          <a:ln>
            <a:noFill/>
          </a:ln>
        </p:spPr>
        <p:txBody>
          <a:bodyPr wrap="none" lIns="0" tIns="0" rIns="0" bIns="0" rtlCol="0">
            <a:spAutoFit/>
          </a:bodyPr>
          <a:lstStyle/>
          <a:p>
            <a:pPr algn="l">
              <a:lnSpc>
                <a:spcPct val="120000"/>
              </a:lnSpc>
            </a:pPr>
            <a:r>
              <a:rPr lang="en-GB" sz="2000" dirty="0"/>
              <a:t>Consequences / Long-Term Risks</a:t>
            </a:r>
          </a:p>
        </p:txBody>
      </p:sp>
      <p:sp>
        <p:nvSpPr>
          <p:cNvPr id="34" name="TextBox 33">
            <a:extLst>
              <a:ext uri="{FF2B5EF4-FFF2-40B4-BE49-F238E27FC236}">
                <a16:creationId xmlns:a16="http://schemas.microsoft.com/office/drawing/2014/main" id="{FAFE0F8F-95C4-DF67-E9BF-7B1615488FBA}"/>
              </a:ext>
            </a:extLst>
          </p:cNvPr>
          <p:cNvSpPr txBox="1"/>
          <p:nvPr/>
        </p:nvSpPr>
        <p:spPr>
          <a:xfrm>
            <a:off x="666393" y="3556116"/>
            <a:ext cx="3206532" cy="1821140"/>
          </a:xfrm>
          <a:prstGeom prst="rect">
            <a:avLst/>
          </a:prstGeom>
          <a:noFill/>
          <a:ln>
            <a:noFill/>
          </a:ln>
        </p:spPr>
        <p:txBody>
          <a:bodyPr wrap="square" lIns="0" tIns="0" rIns="0" bIns="0" rtlCol="0">
            <a:spAutoFit/>
          </a:bodyPr>
          <a:lstStyle/>
          <a:p>
            <a:pPr marL="342900" indent="-342900" algn="l">
              <a:lnSpc>
                <a:spcPct val="120000"/>
              </a:lnSpc>
              <a:buFont typeface="Arial" panose="020B0604020202020204" pitchFamily="34" charset="0"/>
              <a:buChar char="•"/>
            </a:pPr>
            <a:r>
              <a:rPr lang="en-GB" sz="2000" dirty="0"/>
              <a:t>Agile / DevOps CI/CD </a:t>
            </a:r>
          </a:p>
          <a:p>
            <a:pPr marL="342900" indent="-342900" algn="l">
              <a:lnSpc>
                <a:spcPct val="120000"/>
              </a:lnSpc>
              <a:buFont typeface="Arial" panose="020B0604020202020204" pitchFamily="34" charset="0"/>
              <a:buChar char="•"/>
            </a:pPr>
            <a:r>
              <a:rPr lang="en-GB" sz="2000" dirty="0"/>
              <a:t>Pressure to deliver </a:t>
            </a:r>
          </a:p>
          <a:p>
            <a:pPr marL="342900" indent="-342900" algn="l">
              <a:lnSpc>
                <a:spcPct val="120000"/>
              </a:lnSpc>
              <a:buFont typeface="Arial" panose="020B0604020202020204" pitchFamily="34" charset="0"/>
              <a:buChar char="•"/>
            </a:pPr>
            <a:r>
              <a:rPr lang="en-GB" sz="2000" dirty="0"/>
              <a:t>Short-term gains</a:t>
            </a:r>
          </a:p>
          <a:p>
            <a:pPr marL="800100" lvl="1" indent="-342900">
              <a:lnSpc>
                <a:spcPct val="120000"/>
              </a:lnSpc>
              <a:buFont typeface="Arial" panose="020B0604020202020204" pitchFamily="34" charset="0"/>
              <a:buChar char="•"/>
            </a:pPr>
            <a:r>
              <a:rPr lang="en-GB" sz="2000" dirty="0"/>
              <a:t>Customer satisfaction</a:t>
            </a:r>
          </a:p>
          <a:p>
            <a:pPr marL="800100" lvl="1" indent="-342900">
              <a:lnSpc>
                <a:spcPct val="120000"/>
              </a:lnSpc>
              <a:buFont typeface="Arial" panose="020B0604020202020204" pitchFamily="34" charset="0"/>
              <a:buChar char="•"/>
            </a:pPr>
            <a:r>
              <a:rPr lang="en-GB" sz="2000" dirty="0"/>
              <a:t>Faster deployment</a:t>
            </a:r>
          </a:p>
        </p:txBody>
      </p:sp>
      <p:sp>
        <p:nvSpPr>
          <p:cNvPr id="35" name="TextBox 34">
            <a:extLst>
              <a:ext uri="{FF2B5EF4-FFF2-40B4-BE49-F238E27FC236}">
                <a16:creationId xmlns:a16="http://schemas.microsoft.com/office/drawing/2014/main" id="{A1C06A7D-A583-AE6A-29CD-7E534DE7D7DE}"/>
              </a:ext>
            </a:extLst>
          </p:cNvPr>
          <p:cNvSpPr txBox="1"/>
          <p:nvPr/>
        </p:nvSpPr>
        <p:spPr>
          <a:xfrm>
            <a:off x="8144683" y="3556115"/>
            <a:ext cx="3505768" cy="1082476"/>
          </a:xfrm>
          <a:prstGeom prst="rect">
            <a:avLst/>
          </a:prstGeom>
          <a:noFill/>
          <a:ln>
            <a:noFill/>
          </a:ln>
        </p:spPr>
        <p:txBody>
          <a:bodyPr wrap="none" lIns="0" tIns="0" rIns="0" bIns="0" rtlCol="0">
            <a:spAutoFit/>
          </a:bodyPr>
          <a:lstStyle/>
          <a:p>
            <a:pPr marL="342900" indent="-342900" algn="l">
              <a:lnSpc>
                <a:spcPct val="120000"/>
              </a:lnSpc>
              <a:buFont typeface="Arial" panose="020B0604020202020204" pitchFamily="34" charset="0"/>
              <a:buChar char="•"/>
            </a:pPr>
            <a:r>
              <a:rPr lang="en-GB" sz="2000" dirty="0"/>
              <a:t>Increased maintenance effort</a:t>
            </a:r>
          </a:p>
          <a:p>
            <a:pPr marL="342900" indent="-342900" algn="l">
              <a:lnSpc>
                <a:spcPct val="120000"/>
              </a:lnSpc>
              <a:buFont typeface="Arial" panose="020B0604020202020204" pitchFamily="34" charset="0"/>
              <a:buChar char="•"/>
            </a:pPr>
            <a:r>
              <a:rPr lang="en-GB" sz="2000" dirty="0"/>
              <a:t>Reduced code quality</a:t>
            </a:r>
          </a:p>
          <a:p>
            <a:pPr marL="342900" indent="-342900" algn="l">
              <a:lnSpc>
                <a:spcPct val="120000"/>
              </a:lnSpc>
              <a:buFont typeface="Arial" panose="020B0604020202020204" pitchFamily="34" charset="0"/>
              <a:buChar char="•"/>
            </a:pPr>
            <a:r>
              <a:rPr lang="en-GB" sz="2000" dirty="0"/>
              <a:t>Harder future refactoring</a:t>
            </a:r>
          </a:p>
        </p:txBody>
      </p:sp>
      <p:sp>
        <p:nvSpPr>
          <p:cNvPr id="40" name="Right Arrow 39">
            <a:extLst>
              <a:ext uri="{FF2B5EF4-FFF2-40B4-BE49-F238E27FC236}">
                <a16:creationId xmlns:a16="http://schemas.microsoft.com/office/drawing/2014/main" id="{BA398600-CD03-2DF2-3A8C-442EB82EA232}"/>
              </a:ext>
            </a:extLst>
          </p:cNvPr>
          <p:cNvSpPr/>
          <p:nvPr/>
        </p:nvSpPr>
        <p:spPr>
          <a:xfrm>
            <a:off x="5028512" y="3429000"/>
            <a:ext cx="1714500" cy="50862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TextBox 40">
            <a:extLst>
              <a:ext uri="{FF2B5EF4-FFF2-40B4-BE49-F238E27FC236}">
                <a16:creationId xmlns:a16="http://schemas.microsoft.com/office/drawing/2014/main" id="{BA76A714-CF00-A20B-657B-4CFE4466B49E}"/>
              </a:ext>
            </a:extLst>
          </p:cNvPr>
          <p:cNvSpPr txBox="1"/>
          <p:nvPr/>
        </p:nvSpPr>
        <p:spPr>
          <a:xfrm>
            <a:off x="4533629" y="3047165"/>
            <a:ext cx="2704266" cy="309444"/>
          </a:xfrm>
          <a:prstGeom prst="rect">
            <a:avLst/>
          </a:prstGeom>
          <a:noFill/>
          <a:ln>
            <a:noFill/>
          </a:ln>
        </p:spPr>
        <p:txBody>
          <a:bodyPr wrap="none" lIns="0" tIns="0" rIns="0" bIns="0" rtlCol="0">
            <a:spAutoFit/>
          </a:bodyPr>
          <a:lstStyle/>
          <a:p>
            <a:pPr>
              <a:lnSpc>
                <a:spcPct val="120000"/>
              </a:lnSpc>
            </a:pPr>
            <a:r>
              <a:rPr lang="en-GB" dirty="0"/>
              <a:t>Accumulated technical debt</a:t>
            </a:r>
          </a:p>
        </p:txBody>
      </p:sp>
      <p:pic>
        <p:nvPicPr>
          <p:cNvPr id="5" name="Graphic 4" descr="Gauge with solid fill">
            <a:extLst>
              <a:ext uri="{FF2B5EF4-FFF2-40B4-BE49-F238E27FC236}">
                <a16:creationId xmlns:a16="http://schemas.microsoft.com/office/drawing/2014/main" id="{72F6F353-12FB-2986-7F01-EEF51EEC65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2945" y="2032222"/>
            <a:ext cx="862995" cy="914400"/>
          </a:xfrm>
          <a:prstGeom prst="rect">
            <a:avLst/>
          </a:prstGeom>
        </p:spPr>
      </p:pic>
      <p:pic>
        <p:nvPicPr>
          <p:cNvPr id="6" name="Graphic 5" descr="Mortgage with solid fill">
            <a:extLst>
              <a:ext uri="{FF2B5EF4-FFF2-40B4-BE49-F238E27FC236}">
                <a16:creationId xmlns:a16="http://schemas.microsoft.com/office/drawing/2014/main" id="{F52609F6-8E16-0DAA-F7EE-54971D2F12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76790" y="2035619"/>
            <a:ext cx="914400" cy="914400"/>
          </a:xfrm>
          <a:prstGeom prst="rect">
            <a:avLst/>
          </a:prstGeom>
        </p:spPr>
      </p:pic>
      <p:pic>
        <p:nvPicPr>
          <p:cNvPr id="11" name="Graphic 10" descr="High voltage outline">
            <a:extLst>
              <a:ext uri="{FF2B5EF4-FFF2-40B4-BE49-F238E27FC236}">
                <a16:creationId xmlns:a16="http://schemas.microsoft.com/office/drawing/2014/main" id="{0418A5FC-B014-9E78-F783-F00F058623E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93261" y="2035619"/>
            <a:ext cx="914400" cy="914400"/>
          </a:xfrm>
          <a:prstGeom prst="rect">
            <a:avLst/>
          </a:prstGeom>
        </p:spPr>
      </p:pic>
      <p:sp>
        <p:nvSpPr>
          <p:cNvPr id="13" name="TextBox 12">
            <a:extLst>
              <a:ext uri="{FF2B5EF4-FFF2-40B4-BE49-F238E27FC236}">
                <a16:creationId xmlns:a16="http://schemas.microsoft.com/office/drawing/2014/main" id="{D2B11C9A-DBA8-1C35-439B-94A32BEDD619}"/>
              </a:ext>
            </a:extLst>
          </p:cNvPr>
          <p:cNvSpPr txBox="1"/>
          <p:nvPr/>
        </p:nvSpPr>
        <p:spPr>
          <a:xfrm>
            <a:off x="4305105" y="4189136"/>
            <a:ext cx="3513782" cy="1277144"/>
          </a:xfrm>
          <a:prstGeom prst="rect">
            <a:avLst/>
          </a:prstGeom>
          <a:noFill/>
          <a:ln>
            <a:noFill/>
          </a:ln>
        </p:spPr>
        <p:txBody>
          <a:bodyPr wrap="none" lIns="0" tIns="0" rIns="0" bIns="0" rtlCol="0">
            <a:spAutoFit/>
          </a:bodyPr>
          <a:lstStyle/>
          <a:p>
            <a:r>
              <a:rPr lang="en-GB" sz="1600" dirty="0"/>
              <a:t>Limitations of current TD detection tools:</a:t>
            </a:r>
          </a:p>
          <a:p>
            <a:pPr marL="285750" indent="-285750">
              <a:buFont typeface="Arial" panose="020B0604020202020204" pitchFamily="34" charset="0"/>
              <a:buChar char="•"/>
            </a:pPr>
            <a:r>
              <a:rPr lang="en-GB" sz="1600" dirty="0"/>
              <a:t>Coarse granularity (files/packages)</a:t>
            </a:r>
          </a:p>
          <a:p>
            <a:pPr marL="285750" indent="-285750">
              <a:buFont typeface="Arial" panose="020B0604020202020204" pitchFamily="34" charset="0"/>
              <a:buChar char="•"/>
            </a:pPr>
            <a:r>
              <a:rPr lang="en-GB" sz="1600" dirty="0"/>
              <a:t>Retrospective</a:t>
            </a:r>
          </a:p>
          <a:p>
            <a:pPr marL="285750" indent="-285750">
              <a:buFont typeface="Arial" panose="020B0604020202020204" pitchFamily="34" charset="0"/>
              <a:buChar char="•"/>
            </a:pPr>
            <a:r>
              <a:rPr lang="en-GB" sz="1600" dirty="0"/>
              <a:t>Limited explainability</a:t>
            </a:r>
          </a:p>
          <a:p>
            <a:pPr algn="l">
              <a:lnSpc>
                <a:spcPct val="120000"/>
              </a:lnSpc>
            </a:pPr>
            <a:endParaRPr lang="en-GB" sz="1700" dirty="0"/>
          </a:p>
        </p:txBody>
      </p:sp>
    </p:spTree>
    <p:extLst>
      <p:ext uri="{BB962C8B-B14F-4D97-AF65-F5344CB8AC3E}">
        <p14:creationId xmlns:p14="http://schemas.microsoft.com/office/powerpoint/2010/main" val="3957838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95B6D-B39C-CCBA-9C6C-BFD318EFF5FF}"/>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D0E0CB1-1748-923E-C0D9-14A2758B846B}"/>
              </a:ext>
            </a:extLst>
          </p:cNvPr>
          <p:cNvSpPr>
            <a:spLocks noGrp="1"/>
          </p:cNvSpPr>
          <p:nvPr>
            <p:ph type="body" sz="quarter" idx="19"/>
          </p:nvPr>
        </p:nvSpPr>
        <p:spPr/>
        <p:txBody>
          <a:bodyPr/>
          <a:lstStyle/>
          <a:p>
            <a:r>
              <a:rPr lang="de-DE" sz="1200" dirty="0"/>
              <a:t>Tom Morgenstern &amp; </a:t>
            </a:r>
            <a:r>
              <a:rPr lang="de-DE" sz="1200" dirty="0">
                <a:ea typeface="Source Sans Pro Bold"/>
              </a:rPr>
              <a:t>Tianxiang Lu</a:t>
            </a:r>
          </a:p>
        </p:txBody>
      </p:sp>
      <p:sp>
        <p:nvSpPr>
          <p:cNvPr id="6" name="TextBox 5">
            <a:extLst>
              <a:ext uri="{FF2B5EF4-FFF2-40B4-BE49-F238E27FC236}">
                <a16:creationId xmlns:a16="http://schemas.microsoft.com/office/drawing/2014/main" id="{183F526E-BC3D-6DFF-E572-B26359529F53}"/>
              </a:ext>
            </a:extLst>
          </p:cNvPr>
          <p:cNvSpPr txBox="1"/>
          <p:nvPr/>
        </p:nvSpPr>
        <p:spPr>
          <a:xfrm>
            <a:off x="4308123" y="2900429"/>
            <a:ext cx="7000314" cy="3504806"/>
          </a:xfrm>
          <a:prstGeom prst="rect">
            <a:avLst/>
          </a:prstGeom>
          <a:noFill/>
          <a:ln>
            <a:noFill/>
          </a:ln>
        </p:spPr>
        <p:txBody>
          <a:bodyPr wrap="none" lIns="0" tIns="0" rIns="0" bIns="0" rtlCol="0">
            <a:spAutoFit/>
          </a:bodyPr>
          <a:lstStyle/>
          <a:p>
            <a:pPr algn="ctr">
              <a:lnSpc>
                <a:spcPct val="120000"/>
              </a:lnSpc>
            </a:pPr>
            <a:r>
              <a:rPr lang="en-GB" sz="3200" b="1" i="1" dirty="0">
                <a:solidFill>
                  <a:schemeClr val="tx2"/>
                </a:solidFill>
              </a:rPr>
              <a:t>Research Questions</a:t>
            </a:r>
          </a:p>
          <a:p>
            <a:pPr algn="ctr">
              <a:lnSpc>
                <a:spcPct val="120000"/>
              </a:lnSpc>
            </a:pPr>
            <a:endParaRPr lang="en-GB" sz="3200" i="1" dirty="0">
              <a:solidFill>
                <a:schemeClr val="tx2"/>
              </a:solidFill>
            </a:endParaRPr>
          </a:p>
          <a:p>
            <a:pPr algn="ctr">
              <a:lnSpc>
                <a:spcPct val="120000"/>
              </a:lnSpc>
            </a:pPr>
            <a:r>
              <a:rPr lang="en-GB" sz="3200" dirty="0">
                <a:solidFill>
                  <a:schemeClr val="accent1"/>
                </a:solidFill>
              </a:rPr>
              <a:t>Can technical debt in Python projects be </a:t>
            </a:r>
          </a:p>
          <a:p>
            <a:pPr algn="ctr">
              <a:lnSpc>
                <a:spcPct val="120000"/>
              </a:lnSpc>
            </a:pPr>
            <a:r>
              <a:rPr lang="en-GB" sz="3200" dirty="0">
                <a:solidFill>
                  <a:schemeClr val="accent1"/>
                </a:solidFill>
              </a:rPr>
              <a:t>reliably predicted at the </a:t>
            </a:r>
            <a:r>
              <a:rPr lang="en-GB" sz="3200" b="1" dirty="0">
                <a:solidFill>
                  <a:schemeClr val="accent1"/>
                </a:solidFill>
              </a:rPr>
              <a:t>commit level </a:t>
            </a:r>
          </a:p>
          <a:p>
            <a:pPr algn="ctr">
              <a:lnSpc>
                <a:spcPct val="120000"/>
              </a:lnSpc>
            </a:pPr>
            <a:r>
              <a:rPr lang="en-GB" sz="3200" dirty="0">
                <a:solidFill>
                  <a:schemeClr val="accent1"/>
                </a:solidFill>
              </a:rPr>
              <a:t>using </a:t>
            </a:r>
            <a:r>
              <a:rPr lang="en-GB" sz="3200" b="1" dirty="0">
                <a:solidFill>
                  <a:schemeClr val="accent1"/>
                </a:solidFill>
              </a:rPr>
              <a:t>explainable</a:t>
            </a:r>
            <a:r>
              <a:rPr lang="en-GB" sz="3200" dirty="0">
                <a:solidFill>
                  <a:schemeClr val="accent1"/>
                </a:solidFill>
              </a:rPr>
              <a:t> ML based on code </a:t>
            </a:r>
          </a:p>
          <a:p>
            <a:pPr algn="ctr">
              <a:lnSpc>
                <a:spcPct val="120000"/>
              </a:lnSpc>
            </a:pPr>
            <a:r>
              <a:rPr lang="en-GB" sz="3200" dirty="0">
                <a:solidFill>
                  <a:schemeClr val="accent1"/>
                </a:solidFill>
              </a:rPr>
              <a:t>and process metrics?</a:t>
            </a:r>
            <a:endParaRPr lang="en-GB" sz="3200" i="1" dirty="0">
              <a:solidFill>
                <a:schemeClr val="accent1"/>
              </a:solidFill>
            </a:endParaRPr>
          </a:p>
        </p:txBody>
      </p:sp>
    </p:spTree>
    <p:extLst>
      <p:ext uri="{BB962C8B-B14F-4D97-AF65-F5344CB8AC3E}">
        <p14:creationId xmlns:p14="http://schemas.microsoft.com/office/powerpoint/2010/main" val="388747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F4CBDA1-CEE7-0C44-8ECD-5A6E21EED9A3}"/>
              </a:ext>
            </a:extLst>
          </p:cNvPr>
          <p:cNvSpPr>
            <a:spLocks noGrp="1"/>
          </p:cNvSpPr>
          <p:nvPr>
            <p:ph type="dt" sz="half" idx="10"/>
          </p:nvPr>
        </p:nvSpPr>
        <p:spPr/>
        <p:txBody>
          <a:bodyPr/>
          <a:lstStyle/>
          <a:p>
            <a:fld id="{C1F6E0D2-EE34-EA4B-A3FA-4E5E952E1C17}" type="datetime1">
              <a:rPr lang="en-US" smtClean="0"/>
              <a:t>9/24/25</a:t>
            </a:fld>
            <a:endParaRPr lang="en-US"/>
          </a:p>
        </p:txBody>
      </p:sp>
      <p:sp>
        <p:nvSpPr>
          <p:cNvPr id="4" name="Foliennummernplatzhalter 3">
            <a:extLst>
              <a:ext uri="{FF2B5EF4-FFF2-40B4-BE49-F238E27FC236}">
                <a16:creationId xmlns:a16="http://schemas.microsoft.com/office/drawing/2014/main" id="{4944FFA2-0FE6-014D-96B3-419B29CEC2ED}"/>
              </a:ext>
            </a:extLst>
          </p:cNvPr>
          <p:cNvSpPr>
            <a:spLocks noGrp="1"/>
          </p:cNvSpPr>
          <p:nvPr>
            <p:ph type="sldNum" sz="quarter" idx="12"/>
          </p:nvPr>
        </p:nvSpPr>
        <p:spPr/>
        <p:txBody>
          <a:bodyPr/>
          <a:lstStyle/>
          <a:p>
            <a:fld id="{19C38A61-2AC7-4B0E-B80F-DDADD701BB40}" type="slidenum">
              <a:rPr lang="en-US" smtClean="0"/>
              <a:pPr/>
              <a:t>6</a:t>
            </a:fld>
            <a:endParaRPr lang="en-US"/>
          </a:p>
        </p:txBody>
      </p:sp>
      <p:sp>
        <p:nvSpPr>
          <p:cNvPr id="9" name="Fußzeilenplatzhalter 2">
            <a:extLst>
              <a:ext uri="{FF2B5EF4-FFF2-40B4-BE49-F238E27FC236}">
                <a16:creationId xmlns:a16="http://schemas.microsoft.com/office/drawing/2014/main" id="{A1704761-A4FC-2847-81E2-2ACE45E0FC16}"/>
              </a:ext>
            </a:extLst>
          </p:cNvPr>
          <p:cNvSpPr>
            <a:spLocks noGrp="1"/>
          </p:cNvSpPr>
          <p:nvPr>
            <p:ph type="ftr" sz="quarter" idx="11"/>
          </p:nvPr>
        </p:nvSpPr>
        <p:spPr>
          <a:xfrm>
            <a:off x="1445977" y="6667837"/>
            <a:ext cx="10474325" cy="135422"/>
          </a:xfrm>
        </p:spPr>
        <p:txBody>
          <a:bodyPr/>
          <a:lstStyle/>
          <a:p>
            <a:r>
              <a:rPr lang="en-GB" dirty="0"/>
              <a:t>Tom Morgenstern</a:t>
            </a:r>
            <a:r>
              <a:rPr lang="en-US" dirty="0"/>
              <a:t> &amp; Tianxiang Lu</a:t>
            </a:r>
            <a:endParaRPr lang="en-GB" dirty="0"/>
          </a:p>
        </p:txBody>
      </p:sp>
      <p:sp>
        <p:nvSpPr>
          <p:cNvPr id="14" name="Titel 6">
            <a:extLst>
              <a:ext uri="{FF2B5EF4-FFF2-40B4-BE49-F238E27FC236}">
                <a16:creationId xmlns:a16="http://schemas.microsoft.com/office/drawing/2014/main" id="{1F29250A-EC55-492E-22D7-0349599178C9}"/>
              </a:ext>
            </a:extLst>
          </p:cNvPr>
          <p:cNvSpPr txBox="1">
            <a:spLocks/>
          </p:cNvSpPr>
          <p:nvPr/>
        </p:nvSpPr>
        <p:spPr>
          <a:xfrm>
            <a:off x="514936" y="459801"/>
            <a:ext cx="8483496" cy="830997"/>
          </a:xfrm>
          <a:prstGeom prst="rect">
            <a:avLst/>
          </a:prstGeom>
          <a:noFill/>
        </p:spPr>
        <p:txBody>
          <a:bodyPr wrap="square" lIns="0" tIns="0" rIns="0" bIns="0">
            <a:noAutofit/>
          </a:bodyPr>
          <a:lst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a:lstStyle>
          <a:p>
            <a:r>
              <a:rPr lang="en-US" cap="none" dirty="0"/>
              <a:t>Related Work &amp; Limitations</a:t>
            </a:r>
          </a:p>
        </p:txBody>
      </p:sp>
      <p:sp>
        <p:nvSpPr>
          <p:cNvPr id="5" name="Inhaltsplatzhalter 4">
            <a:extLst>
              <a:ext uri="{FF2B5EF4-FFF2-40B4-BE49-F238E27FC236}">
                <a16:creationId xmlns:a16="http://schemas.microsoft.com/office/drawing/2014/main" id="{5E2AE496-C15F-8137-7A32-1AC48C69DBE4}"/>
              </a:ext>
            </a:extLst>
          </p:cNvPr>
          <p:cNvSpPr txBox="1">
            <a:spLocks/>
          </p:cNvSpPr>
          <p:nvPr/>
        </p:nvSpPr>
        <p:spPr>
          <a:xfrm>
            <a:off x="1193592" y="1343272"/>
            <a:ext cx="6685964" cy="4787900"/>
          </a:xfrm>
          <a:prstGeom prst="rect">
            <a:avLst/>
          </a:prstGeom>
        </p:spPr>
        <p:txBody>
          <a:bodyPr/>
          <a:lstStyle>
            <a:lvl1pPr marL="18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Static Analysis: </a:t>
            </a:r>
          </a:p>
          <a:p>
            <a:pPr lvl="1"/>
            <a:r>
              <a:rPr lang="en-US" dirty="0"/>
              <a:t>Tools like SonarQube, code smells </a:t>
            </a:r>
            <a:br>
              <a:rPr lang="en-US" dirty="0"/>
            </a:br>
            <a:r>
              <a:rPr lang="en-US" dirty="0"/>
              <a:t>(Marinescu, 2004; Moha et al., 2010)</a:t>
            </a:r>
          </a:p>
          <a:p>
            <a:pPr lvl="1"/>
            <a:r>
              <a:rPr lang="en-US" dirty="0"/>
              <a:t>Retrospective, coarse-grained (file or package level)</a:t>
            </a:r>
          </a:p>
          <a:p>
            <a:r>
              <a:rPr lang="en-US" b="1" dirty="0"/>
              <a:t>Self-Admitted Technical Debt (SATD) Detection</a:t>
            </a:r>
            <a:endParaRPr lang="en-US" dirty="0"/>
          </a:p>
          <a:p>
            <a:pPr lvl="1"/>
            <a:r>
              <a:rPr lang="en-US" dirty="0"/>
              <a:t>Mining source code comments for debt signals </a:t>
            </a:r>
            <a:br>
              <a:rPr lang="en-US" dirty="0"/>
            </a:br>
            <a:r>
              <a:rPr lang="en-US" dirty="0"/>
              <a:t>(Potdar &amp; Shihab, 2014; </a:t>
            </a:r>
            <a:r>
              <a:rPr lang="en-US" dirty="0" err="1"/>
              <a:t>Sutoyo</a:t>
            </a:r>
            <a:r>
              <a:rPr lang="en-US" dirty="0"/>
              <a:t> et al., 2024)</a:t>
            </a:r>
          </a:p>
          <a:p>
            <a:pPr lvl="1"/>
            <a:r>
              <a:rPr lang="en-US" dirty="0"/>
              <a:t>Limited interpretability</a:t>
            </a:r>
          </a:p>
          <a:p>
            <a:r>
              <a:rPr lang="en-US" b="1" dirty="0"/>
              <a:t>Machine Learning Approaches</a:t>
            </a:r>
            <a:endParaRPr lang="en-US" dirty="0"/>
          </a:p>
          <a:p>
            <a:pPr lvl="1"/>
            <a:r>
              <a:rPr lang="en-US" dirty="0"/>
              <a:t>Predictive models using static and process metrics </a:t>
            </a:r>
            <a:br>
              <a:rPr lang="en-US" dirty="0"/>
            </a:br>
            <a:r>
              <a:rPr lang="en-US" dirty="0"/>
              <a:t>(Tsoukalas et al., 2020; </a:t>
            </a:r>
            <a:r>
              <a:rPr lang="en-US" dirty="0" err="1"/>
              <a:t>Avgeriou</a:t>
            </a:r>
            <a:r>
              <a:rPr lang="en-US" dirty="0"/>
              <a:t> et al., 2021)</a:t>
            </a:r>
          </a:p>
          <a:p>
            <a:pPr lvl="1"/>
            <a:r>
              <a:rPr lang="en-US" dirty="0"/>
              <a:t>Repository mining, commit history, ownership data (Sas et al., 2023)</a:t>
            </a:r>
          </a:p>
          <a:p>
            <a:pPr lvl="1"/>
            <a:r>
              <a:rPr lang="en-US" dirty="0"/>
              <a:t>Explainability increasingly explored (Tsoukalas et al., 2024)</a:t>
            </a:r>
          </a:p>
        </p:txBody>
      </p:sp>
      <p:cxnSp>
        <p:nvCxnSpPr>
          <p:cNvPr id="7" name="Straight Connector 6">
            <a:extLst>
              <a:ext uri="{FF2B5EF4-FFF2-40B4-BE49-F238E27FC236}">
                <a16:creationId xmlns:a16="http://schemas.microsoft.com/office/drawing/2014/main" id="{A83B1A28-DB39-FC45-1292-80E7E2F10A88}"/>
              </a:ext>
            </a:extLst>
          </p:cNvPr>
          <p:cNvCxnSpPr/>
          <p:nvPr/>
        </p:nvCxnSpPr>
        <p:spPr>
          <a:xfrm>
            <a:off x="7879557" y="1343272"/>
            <a:ext cx="0" cy="4557713"/>
          </a:xfrm>
          <a:prstGeom prst="line">
            <a:avLst/>
          </a:prstGeom>
          <a:ln w="38100">
            <a:solidFill>
              <a:schemeClr val="accent1"/>
            </a:solidFill>
            <a:tailEnd type="none" w="lg" len="sm"/>
          </a:ln>
        </p:spPr>
        <p:style>
          <a:lnRef idx="1">
            <a:schemeClr val="accent1"/>
          </a:lnRef>
          <a:fillRef idx="0">
            <a:schemeClr val="accent1"/>
          </a:fillRef>
          <a:effectRef idx="0">
            <a:schemeClr val="accent1"/>
          </a:effectRef>
          <a:fontRef idx="minor">
            <a:schemeClr val="tx1"/>
          </a:fontRef>
        </p:style>
      </p:cxnSp>
      <p:sp>
        <p:nvSpPr>
          <p:cNvPr id="8" name="Right Arrow 7">
            <a:extLst>
              <a:ext uri="{FF2B5EF4-FFF2-40B4-BE49-F238E27FC236}">
                <a16:creationId xmlns:a16="http://schemas.microsoft.com/office/drawing/2014/main" id="{977E496B-F511-323E-752B-FDD209770A17}"/>
              </a:ext>
            </a:extLst>
          </p:cNvPr>
          <p:cNvSpPr/>
          <p:nvPr/>
        </p:nvSpPr>
        <p:spPr>
          <a:xfrm>
            <a:off x="7879557" y="3179464"/>
            <a:ext cx="442912" cy="714375"/>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E8B756FC-B79D-3DC0-D902-F4EB05A5D2FB}"/>
              </a:ext>
            </a:extLst>
          </p:cNvPr>
          <p:cNvSpPr/>
          <p:nvPr/>
        </p:nvSpPr>
        <p:spPr>
          <a:xfrm>
            <a:off x="8586789" y="1993354"/>
            <a:ext cx="2757488" cy="3200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Few </a:t>
            </a:r>
            <a:r>
              <a:rPr lang="en-GB" b="1" dirty="0">
                <a:solidFill>
                  <a:schemeClr val="tx1"/>
                </a:solidFill>
              </a:rPr>
              <a:t>fine-grained, commit-level, explainable ML models</a:t>
            </a:r>
          </a:p>
          <a:p>
            <a:endParaRPr lang="en-GB" dirty="0">
              <a:solidFill>
                <a:schemeClr val="tx1"/>
              </a:solidFill>
            </a:endParaRPr>
          </a:p>
          <a:p>
            <a:endParaRPr lang="en-GB" dirty="0">
              <a:solidFill>
                <a:schemeClr val="tx1"/>
              </a:solidFill>
            </a:endParaRPr>
          </a:p>
          <a:p>
            <a:r>
              <a:rPr lang="en-GB" dirty="0">
                <a:solidFill>
                  <a:schemeClr val="tx1"/>
                </a:solidFill>
              </a:rPr>
              <a:t>Limited work in </a:t>
            </a:r>
            <a:r>
              <a:rPr lang="en-GB" b="1" dirty="0">
                <a:solidFill>
                  <a:schemeClr val="tx1"/>
                </a:solidFill>
              </a:rPr>
              <a:t>Python projects</a:t>
            </a:r>
            <a:endParaRPr lang="en-GB" dirty="0">
              <a:solidFill>
                <a:schemeClr val="tx1"/>
              </a:solidFill>
            </a:endParaRPr>
          </a:p>
          <a:p>
            <a:pPr algn="ctr"/>
            <a:endParaRPr lang="en-GB" dirty="0"/>
          </a:p>
        </p:txBody>
      </p:sp>
      <p:pic>
        <p:nvPicPr>
          <p:cNvPr id="13" name="Graphic 12" descr="Single gear outline">
            <a:extLst>
              <a:ext uri="{FF2B5EF4-FFF2-40B4-BE49-F238E27FC236}">
                <a16:creationId xmlns:a16="http://schemas.microsoft.com/office/drawing/2014/main" id="{07318EB4-6526-2829-A023-7DD36CAD32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3828" y="1777931"/>
            <a:ext cx="914400" cy="914400"/>
          </a:xfrm>
          <a:prstGeom prst="rect">
            <a:avLst/>
          </a:prstGeom>
        </p:spPr>
      </p:pic>
      <p:pic>
        <p:nvPicPr>
          <p:cNvPr id="16" name="Graphic 15" descr="Comment Important outline">
            <a:extLst>
              <a:ext uri="{FF2B5EF4-FFF2-40B4-BE49-F238E27FC236}">
                <a16:creationId xmlns:a16="http://schemas.microsoft.com/office/drawing/2014/main" id="{6E327FFC-3F9A-E28E-37DE-079E1E9571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3828" y="3064917"/>
            <a:ext cx="914400" cy="914400"/>
          </a:xfrm>
          <a:prstGeom prst="rect">
            <a:avLst/>
          </a:prstGeom>
        </p:spPr>
      </p:pic>
      <p:pic>
        <p:nvPicPr>
          <p:cNvPr id="18" name="Graphic 17" descr="Hierarchy outline">
            <a:extLst>
              <a:ext uri="{FF2B5EF4-FFF2-40B4-BE49-F238E27FC236}">
                <a16:creationId xmlns:a16="http://schemas.microsoft.com/office/drawing/2014/main" id="{BB658DCA-95FB-F0B2-660C-C1AC96DD1C3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3828" y="4351903"/>
            <a:ext cx="914400" cy="914400"/>
          </a:xfrm>
          <a:prstGeom prst="rect">
            <a:avLst/>
          </a:prstGeom>
        </p:spPr>
      </p:pic>
    </p:spTree>
    <p:extLst>
      <p:ext uri="{BB962C8B-B14F-4D97-AF65-F5344CB8AC3E}">
        <p14:creationId xmlns:p14="http://schemas.microsoft.com/office/powerpoint/2010/main" val="23009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C6D2C-3FE1-3C15-5F88-3F82A72469D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C4D2D5D6-0C0F-430A-268D-ADFB834E9680}"/>
              </a:ext>
            </a:extLst>
          </p:cNvPr>
          <p:cNvSpPr>
            <a:spLocks noGrp="1"/>
          </p:cNvSpPr>
          <p:nvPr>
            <p:ph type="dt" sz="half" idx="10"/>
          </p:nvPr>
        </p:nvSpPr>
        <p:spPr/>
        <p:txBody>
          <a:bodyPr/>
          <a:lstStyle/>
          <a:p>
            <a:fld id="{04CAA61E-7AEC-D342-8104-4DFD59E7350E}" type="datetime1">
              <a:rPr lang="en-US" smtClean="0"/>
              <a:t>9/24/25</a:t>
            </a:fld>
            <a:endParaRPr lang="en-US"/>
          </a:p>
        </p:txBody>
      </p:sp>
      <p:sp>
        <p:nvSpPr>
          <p:cNvPr id="3" name="Fußzeilenplatzhalter 2">
            <a:extLst>
              <a:ext uri="{FF2B5EF4-FFF2-40B4-BE49-F238E27FC236}">
                <a16:creationId xmlns:a16="http://schemas.microsoft.com/office/drawing/2014/main" id="{97BCDC27-F80D-81CF-5E88-8FCDBB19D9A0}"/>
              </a:ext>
            </a:extLst>
          </p:cNvPr>
          <p:cNvSpPr>
            <a:spLocks noGrp="1"/>
          </p:cNvSpPr>
          <p:nvPr>
            <p:ph type="ftr" sz="quarter" idx="11"/>
          </p:nvPr>
        </p:nvSpPr>
        <p:spPr/>
        <p:txBody>
          <a:bodyPr/>
          <a:lstStyle/>
          <a:p>
            <a:r>
              <a:rPr lang="en-GB"/>
              <a:t>Tom Morgenstern</a:t>
            </a:r>
            <a:r>
              <a:rPr lang="en-US"/>
              <a:t> &amp; Tianxiang Lu</a:t>
            </a:r>
            <a:endParaRPr lang="en-GB" dirty="0"/>
          </a:p>
        </p:txBody>
      </p:sp>
      <p:sp>
        <p:nvSpPr>
          <p:cNvPr id="4" name="Foliennummernplatzhalter 3">
            <a:extLst>
              <a:ext uri="{FF2B5EF4-FFF2-40B4-BE49-F238E27FC236}">
                <a16:creationId xmlns:a16="http://schemas.microsoft.com/office/drawing/2014/main" id="{B70912E7-009A-5066-16D0-94EC1C76E383}"/>
              </a:ext>
            </a:extLst>
          </p:cNvPr>
          <p:cNvSpPr>
            <a:spLocks noGrp="1"/>
          </p:cNvSpPr>
          <p:nvPr>
            <p:ph type="sldNum" sz="quarter" idx="12"/>
          </p:nvPr>
        </p:nvSpPr>
        <p:spPr/>
        <p:txBody>
          <a:bodyPr/>
          <a:lstStyle/>
          <a:p>
            <a:fld id="{19C38A61-2AC7-4B0E-B80F-DDADD701BB40}" type="slidenum">
              <a:rPr lang="en-US" smtClean="0"/>
              <a:pPr/>
              <a:t>7</a:t>
            </a:fld>
            <a:endParaRPr lang="en-US"/>
          </a:p>
        </p:txBody>
      </p:sp>
      <p:sp>
        <p:nvSpPr>
          <p:cNvPr id="7" name="Titel 6">
            <a:extLst>
              <a:ext uri="{FF2B5EF4-FFF2-40B4-BE49-F238E27FC236}">
                <a16:creationId xmlns:a16="http://schemas.microsoft.com/office/drawing/2014/main" id="{6CD8643A-6A61-AC32-00F9-79EFA53319B7}"/>
              </a:ext>
            </a:extLst>
          </p:cNvPr>
          <p:cNvSpPr>
            <a:spLocks noGrp="1"/>
          </p:cNvSpPr>
          <p:nvPr>
            <p:ph type="title"/>
          </p:nvPr>
        </p:nvSpPr>
        <p:spPr>
          <a:xfrm>
            <a:off x="420792" y="446959"/>
            <a:ext cx="8483496" cy="1063186"/>
          </a:xfrm>
        </p:spPr>
        <p:txBody>
          <a:bodyPr/>
          <a:lstStyle/>
          <a:p>
            <a:r>
              <a:rPr lang="en-US" cap="none"/>
              <a:t>Methodology Overview</a:t>
            </a:r>
            <a:endParaRPr lang="en-US" cap="none" dirty="0"/>
          </a:p>
        </p:txBody>
      </p:sp>
      <p:sp>
        <p:nvSpPr>
          <p:cNvPr id="9" name="TextBox 8">
            <a:extLst>
              <a:ext uri="{FF2B5EF4-FFF2-40B4-BE49-F238E27FC236}">
                <a16:creationId xmlns:a16="http://schemas.microsoft.com/office/drawing/2014/main" id="{3E19FB7B-290D-76AA-BC94-3C965458F7FE}"/>
              </a:ext>
            </a:extLst>
          </p:cNvPr>
          <p:cNvSpPr txBox="1"/>
          <p:nvPr/>
        </p:nvSpPr>
        <p:spPr>
          <a:xfrm>
            <a:off x="9658045" y="6289399"/>
            <a:ext cx="2670871" cy="513859"/>
          </a:xfrm>
          <a:prstGeom prst="rect">
            <a:avLst/>
          </a:prstGeom>
          <a:noFill/>
          <a:ln>
            <a:noFill/>
          </a:ln>
        </p:spPr>
        <p:txBody>
          <a:bodyPr wrap="square" lIns="0" tIns="0" rIns="0" bIns="0" rtlCol="0">
            <a:spAutoFit/>
          </a:bodyPr>
          <a:lstStyle/>
          <a:p>
            <a:pPr>
              <a:lnSpc>
                <a:spcPct val="120000"/>
              </a:lnSpc>
            </a:pPr>
            <a:r>
              <a:rPr lang="en-GB" sz="1200">
                <a:ea typeface="Source Sans Pro"/>
              </a:rPr>
              <a:t>Fig. 1. CRISP-ML(Q) + XAI</a:t>
            </a:r>
          </a:p>
          <a:p>
            <a:pPr algn="l">
              <a:lnSpc>
                <a:spcPct val="120000"/>
              </a:lnSpc>
            </a:pPr>
            <a:endParaRPr lang="en-GB" sz="1700" dirty="0"/>
          </a:p>
        </p:txBody>
      </p:sp>
      <p:pic>
        <p:nvPicPr>
          <p:cNvPr id="10" name="Graphic 9">
            <a:extLst>
              <a:ext uri="{FF2B5EF4-FFF2-40B4-BE49-F238E27FC236}">
                <a16:creationId xmlns:a16="http://schemas.microsoft.com/office/drawing/2014/main" id="{2E536311-E6D8-2147-52D7-01F05B00AE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90358" y="62439"/>
            <a:ext cx="5458742" cy="6740819"/>
          </a:xfrm>
          <a:prstGeom prst="rect">
            <a:avLst/>
          </a:prstGeom>
        </p:spPr>
      </p:pic>
    </p:spTree>
    <p:extLst>
      <p:ext uri="{BB962C8B-B14F-4D97-AF65-F5344CB8AC3E}">
        <p14:creationId xmlns:p14="http://schemas.microsoft.com/office/powerpoint/2010/main" val="1920375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nip Single Corner of Rectangle 4">
            <a:extLst>
              <a:ext uri="{FF2B5EF4-FFF2-40B4-BE49-F238E27FC236}">
                <a16:creationId xmlns:a16="http://schemas.microsoft.com/office/drawing/2014/main" id="{8F866640-490C-D5E8-2F5E-07D623EF45A8}"/>
              </a:ext>
            </a:extLst>
          </p:cNvPr>
          <p:cNvSpPr/>
          <p:nvPr/>
        </p:nvSpPr>
        <p:spPr>
          <a:xfrm>
            <a:off x="3702844" y="459801"/>
            <a:ext cx="4786312" cy="926086"/>
          </a:xfrm>
          <a:prstGeom prst="snip1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umsplatzhalter 1">
            <a:extLst>
              <a:ext uri="{FF2B5EF4-FFF2-40B4-BE49-F238E27FC236}">
                <a16:creationId xmlns:a16="http://schemas.microsoft.com/office/drawing/2014/main" id="{8F4CBDA1-CEE7-0C44-8ECD-5A6E21EED9A3}"/>
              </a:ext>
            </a:extLst>
          </p:cNvPr>
          <p:cNvSpPr>
            <a:spLocks noGrp="1"/>
          </p:cNvSpPr>
          <p:nvPr>
            <p:ph type="dt" sz="half" idx="10"/>
          </p:nvPr>
        </p:nvSpPr>
        <p:spPr/>
        <p:txBody>
          <a:bodyPr/>
          <a:lstStyle/>
          <a:p>
            <a:fld id="{C1F6E0D2-EE34-EA4B-A3FA-4E5E952E1C17}" type="datetime1">
              <a:rPr lang="en-US" smtClean="0"/>
              <a:t>9/24/25</a:t>
            </a:fld>
            <a:endParaRPr lang="en-US"/>
          </a:p>
        </p:txBody>
      </p:sp>
      <p:sp>
        <p:nvSpPr>
          <p:cNvPr id="4" name="Foliennummernplatzhalter 3">
            <a:extLst>
              <a:ext uri="{FF2B5EF4-FFF2-40B4-BE49-F238E27FC236}">
                <a16:creationId xmlns:a16="http://schemas.microsoft.com/office/drawing/2014/main" id="{4944FFA2-0FE6-014D-96B3-419B29CEC2ED}"/>
              </a:ext>
            </a:extLst>
          </p:cNvPr>
          <p:cNvSpPr>
            <a:spLocks noGrp="1"/>
          </p:cNvSpPr>
          <p:nvPr>
            <p:ph type="sldNum" sz="quarter" idx="12"/>
          </p:nvPr>
        </p:nvSpPr>
        <p:spPr/>
        <p:txBody>
          <a:bodyPr/>
          <a:lstStyle/>
          <a:p>
            <a:fld id="{19C38A61-2AC7-4B0E-B80F-DDADD701BB40}" type="slidenum">
              <a:rPr lang="en-US" smtClean="0"/>
              <a:pPr/>
              <a:t>8</a:t>
            </a:fld>
            <a:endParaRPr lang="en-US"/>
          </a:p>
        </p:txBody>
      </p:sp>
      <p:graphicFrame>
        <p:nvGraphicFramePr>
          <p:cNvPr id="10" name="Tabelle 9">
            <a:extLst>
              <a:ext uri="{FF2B5EF4-FFF2-40B4-BE49-F238E27FC236}">
                <a16:creationId xmlns:a16="http://schemas.microsoft.com/office/drawing/2014/main" id="{51F226F9-B86A-394A-937D-EB768787E446}"/>
              </a:ext>
            </a:extLst>
          </p:cNvPr>
          <p:cNvGraphicFramePr>
            <a:graphicFrameLocks noGrp="1"/>
          </p:cNvGraphicFramePr>
          <p:nvPr>
            <p:extLst>
              <p:ext uri="{D42A27DB-BD31-4B8C-83A1-F6EECF244321}">
                <p14:modId xmlns:p14="http://schemas.microsoft.com/office/powerpoint/2010/main" val="580686"/>
              </p:ext>
            </p:extLst>
          </p:nvPr>
        </p:nvGraphicFramePr>
        <p:xfrm>
          <a:off x="447028" y="1977433"/>
          <a:ext cx="11377023" cy="4268928"/>
        </p:xfrm>
        <a:graphic>
          <a:graphicData uri="http://schemas.openxmlformats.org/drawingml/2006/table">
            <a:tbl>
              <a:tblPr firstRow="1" bandRow="1">
                <a:tableStyleId>{5C22544A-7EE6-4342-B048-85BDC9FD1C3A}</a:tableStyleId>
              </a:tblPr>
              <a:tblGrid>
                <a:gridCol w="3367087">
                  <a:extLst>
                    <a:ext uri="{9D8B030D-6E8A-4147-A177-3AD203B41FA5}">
                      <a16:colId xmlns:a16="http://schemas.microsoft.com/office/drawing/2014/main" val="3051082685"/>
                    </a:ext>
                  </a:extLst>
                </a:gridCol>
                <a:gridCol w="4059382">
                  <a:extLst>
                    <a:ext uri="{9D8B030D-6E8A-4147-A177-3AD203B41FA5}">
                      <a16:colId xmlns:a16="http://schemas.microsoft.com/office/drawing/2014/main" val="1716999490"/>
                    </a:ext>
                  </a:extLst>
                </a:gridCol>
                <a:gridCol w="3950554">
                  <a:extLst>
                    <a:ext uri="{9D8B030D-6E8A-4147-A177-3AD203B41FA5}">
                      <a16:colId xmlns:a16="http://schemas.microsoft.com/office/drawing/2014/main" val="341548348"/>
                    </a:ext>
                  </a:extLst>
                </a:gridCol>
              </a:tblGrid>
              <a:tr h="249468">
                <a:tc>
                  <a:txBody>
                    <a:bodyPr/>
                    <a:lstStyle/>
                    <a:p>
                      <a:pPr algn="ctr"/>
                      <a:r>
                        <a:rPr lang="en-GB" sz="1700" b="0" dirty="0">
                          <a:solidFill>
                            <a:schemeClr val="tx1"/>
                          </a:solidFill>
                          <a:latin typeface="+mj-lt"/>
                        </a:rPr>
                        <a:t>Category</a:t>
                      </a:r>
                    </a:p>
                  </a:txBody>
                  <a:tcPr marL="0" marR="0" marT="0" marB="0">
                    <a:lnL w="12700" cmpd="sng">
                      <a:noFill/>
                    </a:lnL>
                    <a:lnR w="12700" cap="flat" cmpd="sng" algn="ctr">
                      <a:solidFill>
                        <a:schemeClr val="bg1"/>
                      </a:solidFill>
                      <a:prstDash val="solid"/>
                      <a:round/>
                      <a:headEnd type="none" w="med" len="med"/>
                      <a:tailEnd type="none" w="med" len="med"/>
                    </a:lnR>
                    <a:lnT w="12700" cmpd="sng">
                      <a:noFill/>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700" b="0" dirty="0" err="1">
                          <a:solidFill>
                            <a:schemeClr val="tx1"/>
                          </a:solidFill>
                          <a:latin typeface="+mj-lt"/>
                        </a:rPr>
                        <a:t>Example</a:t>
                      </a:r>
                      <a:r>
                        <a:rPr lang="de-DE" sz="1700" b="0" dirty="0">
                          <a:solidFill>
                            <a:schemeClr val="tx1"/>
                          </a:solidFill>
                          <a:latin typeface="+mj-lt"/>
                        </a:rPr>
                        <a:t> Features</a:t>
                      </a:r>
                      <a:endParaRPr lang="en-GB" sz="1700" b="0" dirty="0">
                        <a:solidFill>
                          <a:schemeClr val="tx1"/>
                        </a:solidFill>
                        <a:latin typeface="+mj-lt"/>
                      </a:endParaRPr>
                    </a:p>
                  </a:txBody>
                  <a:tcPr marR="0" marT="0" marB="0">
                    <a:lnL w="127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700" b="0" dirty="0">
                          <a:solidFill>
                            <a:schemeClr val="tx1"/>
                          </a:solidFill>
                          <a:latin typeface="+mj-lt"/>
                        </a:rPr>
                        <a:t>Notes</a:t>
                      </a:r>
                      <a:endParaRPr lang="en-GB" sz="1700" b="0" dirty="0">
                        <a:solidFill>
                          <a:schemeClr val="tx1"/>
                        </a:solidFill>
                        <a:latin typeface="+mj-lt"/>
                      </a:endParaRPr>
                    </a:p>
                  </a:txBody>
                  <a:tcPr marR="0" marT="0" marB="0">
                    <a:lnL w="12700" cmpd="sng">
                      <a:noFill/>
                    </a:lnL>
                    <a:lnR w="12700" cmpd="sng">
                      <a:noFill/>
                    </a:lnR>
                    <a:lnT w="12700" cmpd="sng">
                      <a:noFill/>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1781075"/>
                  </a:ext>
                </a:extLst>
              </a:tr>
              <a:tr h="668308">
                <a:tc>
                  <a:txBody>
                    <a:bodyPr/>
                    <a:lstStyle/>
                    <a:p>
                      <a:pPr algn="ctr">
                        <a:buNone/>
                      </a:pPr>
                      <a:r>
                        <a:rPr lang="en-GB" sz="1600" b="1" dirty="0"/>
                        <a:t>Code Complexity</a:t>
                      </a:r>
                      <a:endParaRPr lang="en-GB" sz="1600" dirty="0"/>
                    </a:p>
                  </a:txBody>
                  <a:tcPr anchor="ctr">
                    <a:lnL w="12700" cmpd="sng">
                      <a:noFill/>
                    </a:lnL>
                    <a:lnR w="12700" cap="flat" cmpd="sng" algn="ctr">
                      <a:solidFill>
                        <a:schemeClr val="bg1"/>
                      </a:solid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GB" sz="1600" dirty="0"/>
                        <a:t>Cyclomatic complexity</a:t>
                      </a:r>
                    </a:p>
                  </a:txBody>
                  <a:tcPr anchor="ctr">
                    <a:lnL w="12700" cap="flat" cmpd="sng" algn="ctr">
                      <a:solidFill>
                        <a:schemeClr val="bg1"/>
                      </a:solidFill>
                      <a:prstDash val="solid"/>
                      <a:round/>
                      <a:headEnd type="none" w="med" len="med"/>
                      <a:tailEnd type="none" w="med" len="med"/>
                    </a:lnL>
                    <a:lnR w="12700" cmpd="sng">
                      <a:noFill/>
                    </a:lnR>
                    <a:lnT w="38100"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GB" sz="1600" dirty="0"/>
                        <a:t>Higher values </a:t>
                      </a:r>
                      <a:r>
                        <a:rPr lang="en-DE" sz="1600" dirty="0"/>
                        <a:t>→ more debt risk</a:t>
                      </a:r>
                      <a:endParaRPr lang="en-GB" sz="1600" dirty="0"/>
                    </a:p>
                  </a:txBody>
                  <a:tcPr anchor="ctr">
                    <a:lnL w="12700" cmpd="sng">
                      <a:noFill/>
                    </a:lnL>
                    <a:lnR w="12700" cmpd="sng">
                      <a:noFill/>
                    </a:lnR>
                    <a:lnT w="38100"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5232262"/>
                  </a:ext>
                </a:extLst>
              </a:tr>
              <a:tr h="668308">
                <a:tc>
                  <a:txBody>
                    <a:bodyPr/>
                    <a:lstStyle/>
                    <a:p>
                      <a:pPr algn="ctr">
                        <a:buNone/>
                      </a:pPr>
                      <a:r>
                        <a:rPr lang="en-GB" b="1" dirty="0"/>
                        <a:t>Code Churn</a:t>
                      </a:r>
                    </a:p>
                  </a:txBody>
                  <a:tcPr anchor="ctr">
                    <a:lnL w="12700" cmpd="sng">
                      <a:noFill/>
                    </a:lnL>
                    <a:lnR w="1270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GB" dirty="0"/>
                        <a:t>Lines added / deleted</a:t>
                      </a:r>
                    </a:p>
                  </a:txBody>
                  <a:tcPr anchor="ctr">
                    <a:lnL w="12700" cap="flat" cmpd="sng" algn="ctr">
                      <a:solidFill>
                        <a:schemeClr val="bg1"/>
                      </a:solid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GB" dirty="0"/>
                        <a:t>Strong predictor of debt</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138180"/>
                  </a:ext>
                </a:extLst>
              </a:tr>
              <a:tr h="668308">
                <a:tc>
                  <a:txBody>
                    <a:bodyPr/>
                    <a:lstStyle/>
                    <a:p>
                      <a:pPr algn="ctr">
                        <a:buNone/>
                      </a:pPr>
                      <a:r>
                        <a:rPr lang="en-GB" sz="1600" b="1" dirty="0"/>
                        <a:t>Size</a:t>
                      </a:r>
                    </a:p>
                  </a:txBody>
                  <a:tcPr anchor="ctr">
                    <a:lnL w="12700" cmpd="sng">
                      <a:noFill/>
                    </a:lnL>
                    <a:lnR w="1270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GB" sz="1600" dirty="0"/>
                        <a:t>LOC, number of functions</a:t>
                      </a:r>
                    </a:p>
                  </a:txBody>
                  <a:tcPr anchor="ctr">
                    <a:lnL w="12700" cap="flat" cmpd="sng" algn="ctr">
                      <a:solidFill>
                        <a:schemeClr val="bg1"/>
                      </a:solid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GB" sz="1600" dirty="0"/>
                        <a:t>Larger commits → more risky</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0803502"/>
                  </a:ext>
                </a:extLst>
              </a:tr>
              <a:tr h="668308">
                <a:tc>
                  <a:txBody>
                    <a:bodyPr/>
                    <a:lstStyle/>
                    <a:p>
                      <a:pPr algn="ctr">
                        <a:buNone/>
                      </a:pPr>
                      <a:r>
                        <a:rPr lang="en-GB" sz="1600" b="1" dirty="0"/>
                        <a:t>Authorship</a:t>
                      </a:r>
                    </a:p>
                  </a:txBody>
                  <a:tcPr anchor="ctr">
                    <a:lnL w="12700" cmpd="sng">
                      <a:noFill/>
                    </a:lnL>
                    <a:lnR w="1270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GB" sz="1600" dirty="0"/>
                        <a:t>Number of distinct authors</a:t>
                      </a:r>
                    </a:p>
                  </a:txBody>
                  <a:tcPr anchor="ctr">
                    <a:lnL w="12700" cap="flat" cmpd="sng" algn="ctr">
                      <a:solidFill>
                        <a:schemeClr val="bg1"/>
                      </a:solid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GB" sz="1600" dirty="0"/>
                        <a:t>Higher fragmentation → risk</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9636461"/>
                  </a:ext>
                </a:extLst>
              </a:tr>
              <a:tr h="668308">
                <a:tc>
                  <a:txBody>
                    <a:bodyPr/>
                    <a:lstStyle/>
                    <a:p>
                      <a:pPr algn="ctr">
                        <a:buNone/>
                      </a:pPr>
                      <a:r>
                        <a:rPr lang="en-GB" sz="1600" b="1" dirty="0"/>
                        <a:t>History</a:t>
                      </a:r>
                    </a:p>
                  </a:txBody>
                  <a:tcPr anchor="ctr">
                    <a:lnL w="12700" cmpd="sng">
                      <a:noFill/>
                    </a:lnL>
                    <a:lnR w="1270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GB" sz="1600" dirty="0"/>
                        <a:t>Commit age, frequency</a:t>
                      </a:r>
                    </a:p>
                  </a:txBody>
                  <a:tcPr anchor="ctr">
                    <a:lnL w="12700" cap="flat" cmpd="sng" algn="ctr">
                      <a:solidFill>
                        <a:schemeClr val="bg1"/>
                      </a:solid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GB" sz="1600" dirty="0"/>
                        <a:t>Temporal debt indicators</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952197"/>
                  </a:ext>
                </a:extLst>
              </a:tr>
              <a:tr h="668308">
                <a:tc>
                  <a:txBody>
                    <a:bodyPr/>
                    <a:lstStyle/>
                    <a:p>
                      <a:pPr algn="ctr">
                        <a:buNone/>
                      </a:pPr>
                      <a:r>
                        <a:rPr lang="en-GB" sz="1600" b="1" dirty="0"/>
                        <a:t>……</a:t>
                      </a:r>
                    </a:p>
                  </a:txBody>
                  <a:tcPr anchor="ctr">
                    <a:lnL w="12700" cmpd="sng">
                      <a:noFill/>
                    </a:lnL>
                    <a:lnR w="1270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GB" sz="1600" dirty="0"/>
                        <a:t>……</a:t>
                      </a:r>
                    </a:p>
                  </a:txBody>
                  <a:tcPr anchor="ctr">
                    <a:lnL w="12700" cap="flat" cmpd="sng" algn="ctr">
                      <a:solidFill>
                        <a:schemeClr val="bg1"/>
                      </a:solid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GB" sz="1600" dirty="0"/>
                        <a:t>……</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0431239"/>
                  </a:ext>
                </a:extLst>
              </a:tr>
            </a:tbl>
          </a:graphicData>
        </a:graphic>
      </p:graphicFrame>
      <p:sp>
        <p:nvSpPr>
          <p:cNvPr id="9" name="Fußzeilenplatzhalter 2">
            <a:extLst>
              <a:ext uri="{FF2B5EF4-FFF2-40B4-BE49-F238E27FC236}">
                <a16:creationId xmlns:a16="http://schemas.microsoft.com/office/drawing/2014/main" id="{A1704761-A4FC-2847-81E2-2ACE45E0FC16}"/>
              </a:ext>
            </a:extLst>
          </p:cNvPr>
          <p:cNvSpPr>
            <a:spLocks noGrp="1"/>
          </p:cNvSpPr>
          <p:nvPr>
            <p:ph type="ftr" sz="quarter" idx="11"/>
          </p:nvPr>
        </p:nvSpPr>
        <p:spPr>
          <a:xfrm>
            <a:off x="1445977" y="6667837"/>
            <a:ext cx="10474325" cy="135422"/>
          </a:xfrm>
        </p:spPr>
        <p:txBody>
          <a:bodyPr/>
          <a:lstStyle/>
          <a:p>
            <a:r>
              <a:rPr lang="de-DE" dirty="0"/>
              <a:t>Tom Morgenstern </a:t>
            </a:r>
            <a:r>
              <a:rPr lang="en-US" dirty="0"/>
              <a:t>&amp; Tianxiang Lu</a:t>
            </a:r>
            <a:endParaRPr lang="en-GB" dirty="0"/>
          </a:p>
        </p:txBody>
      </p:sp>
      <p:sp>
        <p:nvSpPr>
          <p:cNvPr id="3" name="TextBox 2">
            <a:extLst>
              <a:ext uri="{FF2B5EF4-FFF2-40B4-BE49-F238E27FC236}">
                <a16:creationId xmlns:a16="http://schemas.microsoft.com/office/drawing/2014/main" id="{6B13C4C6-A015-641E-4DA4-4BC39F1BBFE8}"/>
              </a:ext>
            </a:extLst>
          </p:cNvPr>
          <p:cNvSpPr txBox="1"/>
          <p:nvPr/>
        </p:nvSpPr>
        <p:spPr>
          <a:xfrm>
            <a:off x="3907901" y="611639"/>
            <a:ext cx="4376198" cy="713144"/>
          </a:xfrm>
          <a:prstGeom prst="rect">
            <a:avLst/>
          </a:prstGeom>
          <a:noFill/>
          <a:ln>
            <a:noFill/>
          </a:ln>
        </p:spPr>
        <p:txBody>
          <a:bodyPr wrap="none" lIns="0" tIns="0" rIns="0" bIns="0" rtlCol="0">
            <a:spAutoFit/>
          </a:bodyPr>
          <a:lstStyle/>
          <a:p>
            <a:pPr>
              <a:lnSpc>
                <a:spcPct val="120000"/>
              </a:lnSpc>
            </a:pPr>
            <a:r>
              <a:rPr lang="en-GB" sz="2000" dirty="0"/>
              <a:t>Avoiding </a:t>
            </a:r>
            <a:r>
              <a:rPr lang="en-GB" sz="2000" b="1" dirty="0"/>
              <a:t>label leakage</a:t>
            </a:r>
            <a:r>
              <a:rPr lang="en-GB" sz="2000" dirty="0"/>
              <a:t>: </a:t>
            </a:r>
          </a:p>
          <a:p>
            <a:pPr>
              <a:lnSpc>
                <a:spcPct val="120000"/>
              </a:lnSpc>
            </a:pPr>
            <a:r>
              <a:rPr lang="en-GB" sz="2000" dirty="0"/>
              <a:t>SATD keywords excluded in final models.</a:t>
            </a:r>
            <a:endParaRPr lang="en-GB" sz="2000" b="1" dirty="0"/>
          </a:p>
        </p:txBody>
      </p:sp>
      <p:sp>
        <p:nvSpPr>
          <p:cNvPr id="14" name="Titel 6">
            <a:extLst>
              <a:ext uri="{FF2B5EF4-FFF2-40B4-BE49-F238E27FC236}">
                <a16:creationId xmlns:a16="http://schemas.microsoft.com/office/drawing/2014/main" id="{1F29250A-EC55-492E-22D7-0349599178C9}"/>
              </a:ext>
            </a:extLst>
          </p:cNvPr>
          <p:cNvSpPr txBox="1">
            <a:spLocks/>
          </p:cNvSpPr>
          <p:nvPr/>
        </p:nvSpPr>
        <p:spPr>
          <a:xfrm>
            <a:off x="514936" y="459801"/>
            <a:ext cx="8483496" cy="830997"/>
          </a:xfrm>
          <a:prstGeom prst="rect">
            <a:avLst/>
          </a:prstGeom>
          <a:noFill/>
        </p:spPr>
        <p:txBody>
          <a:bodyPr wrap="square" lIns="0" tIns="0" rIns="0" bIns="0">
            <a:noAutofit/>
          </a:bodyPr>
          <a:lst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a:lstStyle>
          <a:p>
            <a:r>
              <a:rPr lang="en-US" cap="none" dirty="0"/>
              <a:t>Data &amp; Features</a:t>
            </a:r>
          </a:p>
        </p:txBody>
      </p:sp>
    </p:spTree>
    <p:extLst>
      <p:ext uri="{BB962C8B-B14F-4D97-AF65-F5344CB8AC3E}">
        <p14:creationId xmlns:p14="http://schemas.microsoft.com/office/powerpoint/2010/main" val="2487813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72474-8EBE-0AF9-1B83-5D373DE4A8A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183BDA7A-07AA-7CD8-97C2-E4F71DE5EC1D}"/>
              </a:ext>
            </a:extLst>
          </p:cNvPr>
          <p:cNvSpPr>
            <a:spLocks noGrp="1"/>
          </p:cNvSpPr>
          <p:nvPr>
            <p:ph type="body" sz="quarter" idx="19"/>
          </p:nvPr>
        </p:nvSpPr>
        <p:spPr/>
        <p:txBody>
          <a:bodyPr/>
          <a:lstStyle/>
          <a:p>
            <a:r>
              <a:rPr lang="de-DE" sz="1200" dirty="0"/>
              <a:t>Tom Morgenstern &amp; </a:t>
            </a:r>
            <a:r>
              <a:rPr lang="de-DE" sz="1200" dirty="0">
                <a:ea typeface="Source Sans Pro Bold"/>
              </a:rPr>
              <a:t>Tianxiang Lu</a:t>
            </a:r>
          </a:p>
        </p:txBody>
      </p:sp>
      <p:sp>
        <p:nvSpPr>
          <p:cNvPr id="6" name="TextBox 5">
            <a:extLst>
              <a:ext uri="{FF2B5EF4-FFF2-40B4-BE49-F238E27FC236}">
                <a16:creationId xmlns:a16="http://schemas.microsoft.com/office/drawing/2014/main" id="{7CB11BA4-F34D-BA5C-E710-EA31199D239D}"/>
              </a:ext>
            </a:extLst>
          </p:cNvPr>
          <p:cNvSpPr txBox="1"/>
          <p:nvPr/>
        </p:nvSpPr>
        <p:spPr>
          <a:xfrm>
            <a:off x="3356744" y="2900429"/>
            <a:ext cx="5219378" cy="1141082"/>
          </a:xfrm>
          <a:prstGeom prst="rect">
            <a:avLst/>
          </a:prstGeom>
          <a:noFill/>
          <a:ln>
            <a:noFill/>
          </a:ln>
        </p:spPr>
        <p:txBody>
          <a:bodyPr wrap="none" lIns="0" tIns="0" rIns="0" bIns="0" rtlCol="0">
            <a:spAutoFit/>
          </a:bodyPr>
          <a:lstStyle/>
          <a:p>
            <a:pPr>
              <a:lnSpc>
                <a:spcPct val="120000"/>
              </a:lnSpc>
            </a:pPr>
            <a:r>
              <a:rPr lang="en-GB" sz="3200" b="1" i="1" dirty="0">
                <a:solidFill>
                  <a:schemeClr val="tx2"/>
                </a:solidFill>
              </a:rPr>
              <a:t>Automatic Labelling with LLM</a:t>
            </a:r>
          </a:p>
          <a:p>
            <a:pPr>
              <a:lnSpc>
                <a:spcPct val="120000"/>
              </a:lnSpc>
            </a:pPr>
            <a:endParaRPr lang="en-GB" sz="3200" i="1" dirty="0">
              <a:solidFill>
                <a:schemeClr val="tx2"/>
              </a:solidFill>
            </a:endParaRPr>
          </a:p>
        </p:txBody>
      </p:sp>
      <p:sp>
        <p:nvSpPr>
          <p:cNvPr id="7" name="TextBox 6">
            <a:extLst>
              <a:ext uri="{FF2B5EF4-FFF2-40B4-BE49-F238E27FC236}">
                <a16:creationId xmlns:a16="http://schemas.microsoft.com/office/drawing/2014/main" id="{17F84AF4-4D07-1B72-98DC-B75715B0A107}"/>
              </a:ext>
            </a:extLst>
          </p:cNvPr>
          <p:cNvSpPr txBox="1"/>
          <p:nvPr/>
        </p:nvSpPr>
        <p:spPr>
          <a:xfrm>
            <a:off x="3867409" y="4041511"/>
            <a:ext cx="7748916" cy="1821140"/>
          </a:xfrm>
          <a:prstGeom prst="rect">
            <a:avLst/>
          </a:prstGeom>
          <a:noFill/>
          <a:ln>
            <a:noFill/>
          </a:ln>
        </p:spPr>
        <p:txBody>
          <a:bodyPr wrap="none" lIns="0" tIns="0" rIns="0" bIns="0" rtlCol="0">
            <a:spAutoFit/>
          </a:bodyPr>
          <a:lstStyle/>
          <a:p>
            <a:pPr>
              <a:lnSpc>
                <a:spcPct val="120000"/>
              </a:lnSpc>
            </a:pPr>
            <a:r>
              <a:rPr lang="en-GB" sz="2000" dirty="0">
                <a:solidFill>
                  <a:schemeClr val="tx2"/>
                </a:solidFill>
              </a:rPr>
              <a:t>You are a senior reviewer.</a:t>
            </a:r>
          </a:p>
          <a:p>
            <a:pPr>
              <a:lnSpc>
                <a:spcPct val="120000"/>
              </a:lnSpc>
            </a:pPr>
            <a:r>
              <a:rPr lang="en-GB" sz="2000" dirty="0">
                <a:solidFill>
                  <a:schemeClr val="tx2"/>
                </a:solidFill>
              </a:rPr>
              <a:t>Commit Summary:</a:t>
            </a:r>
          </a:p>
          <a:p>
            <a:pPr>
              <a:lnSpc>
                <a:spcPct val="120000"/>
              </a:lnSpc>
            </a:pPr>
            <a:r>
              <a:rPr lang="en-GB" sz="2000" dirty="0">
                <a:solidFill>
                  <a:schemeClr val="tx2"/>
                </a:solidFill>
              </a:rPr>
              <a:t>&lt;summary&gt;</a:t>
            </a:r>
          </a:p>
          <a:p>
            <a:pPr>
              <a:lnSpc>
                <a:spcPct val="120000"/>
              </a:lnSpc>
            </a:pPr>
            <a:r>
              <a:rPr lang="en-GB" sz="2000" dirty="0">
                <a:solidFill>
                  <a:schemeClr val="tx2"/>
                </a:solidFill>
              </a:rPr>
              <a:t>DIFF: &lt;</a:t>
            </a:r>
            <a:r>
              <a:rPr lang="en-GB" sz="2000" dirty="0" err="1">
                <a:solidFill>
                  <a:schemeClr val="tx2"/>
                </a:solidFill>
              </a:rPr>
              <a:t>filtered_diff</a:t>
            </a:r>
            <a:r>
              <a:rPr lang="en-GB" sz="2000" dirty="0">
                <a:solidFill>
                  <a:schemeClr val="tx2"/>
                </a:solidFill>
              </a:rPr>
              <a:t>&gt;</a:t>
            </a:r>
          </a:p>
          <a:p>
            <a:pPr>
              <a:lnSpc>
                <a:spcPct val="120000"/>
              </a:lnSpc>
            </a:pPr>
            <a:r>
              <a:rPr lang="en-GB" sz="2000" dirty="0">
                <a:solidFill>
                  <a:schemeClr val="tx2"/>
                </a:solidFill>
              </a:rPr>
              <a:t>Question: Does this commit introduce </a:t>
            </a:r>
            <a:r>
              <a:rPr lang="en-GB" sz="2000" b="1" dirty="0">
                <a:solidFill>
                  <a:schemeClr val="tx2"/>
                </a:solidFill>
              </a:rPr>
              <a:t>technical debt</a:t>
            </a:r>
            <a:r>
              <a:rPr lang="en-GB" sz="2000" dirty="0">
                <a:solidFill>
                  <a:schemeClr val="tx2"/>
                </a:solidFill>
              </a:rPr>
              <a:t>? Answer yes or no.</a:t>
            </a:r>
          </a:p>
        </p:txBody>
      </p:sp>
      <p:pic>
        <p:nvPicPr>
          <p:cNvPr id="11" name="Graphic 10" descr="Head with gears outline">
            <a:extLst>
              <a:ext uri="{FF2B5EF4-FFF2-40B4-BE49-F238E27FC236}">
                <a16:creationId xmlns:a16="http://schemas.microsoft.com/office/drawing/2014/main" id="{9CA3BBA1-ED50-684F-B719-F99B00B4E2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103" y="3069035"/>
            <a:ext cx="1944952" cy="1944952"/>
          </a:xfrm>
          <a:prstGeom prst="rect">
            <a:avLst/>
          </a:prstGeom>
        </p:spPr>
      </p:pic>
    </p:spTree>
    <p:extLst>
      <p:ext uri="{BB962C8B-B14F-4D97-AF65-F5344CB8AC3E}">
        <p14:creationId xmlns:p14="http://schemas.microsoft.com/office/powerpoint/2010/main" val="2447551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6DF5-5A1B-D388-77DE-ED06A64439D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38DA8F8-879B-E343-308E-54A2EFB67388}"/>
              </a:ext>
            </a:extLst>
          </p:cNvPr>
          <p:cNvSpPr>
            <a:spLocks noGrp="1"/>
          </p:cNvSpPr>
          <p:nvPr>
            <p:ph type="body" sz="quarter" idx="19"/>
          </p:nvPr>
        </p:nvSpPr>
        <p:spPr/>
        <p:txBody>
          <a:bodyPr/>
          <a:lstStyle/>
          <a:p>
            <a:r>
              <a:rPr lang="de-DE" sz="1200" dirty="0"/>
              <a:t>Tom Morgenstern &amp; </a:t>
            </a:r>
            <a:r>
              <a:rPr lang="de-DE" sz="1200" dirty="0">
                <a:ea typeface="Source Sans Pro Bold"/>
              </a:rPr>
              <a:t>Tianxiang Lu</a:t>
            </a:r>
          </a:p>
        </p:txBody>
      </p:sp>
      <p:sp>
        <p:nvSpPr>
          <p:cNvPr id="6" name="TextBox 5">
            <a:extLst>
              <a:ext uri="{FF2B5EF4-FFF2-40B4-BE49-F238E27FC236}">
                <a16:creationId xmlns:a16="http://schemas.microsoft.com/office/drawing/2014/main" id="{3D176723-AB70-2CB8-7496-600F077A382A}"/>
              </a:ext>
            </a:extLst>
          </p:cNvPr>
          <p:cNvSpPr txBox="1"/>
          <p:nvPr/>
        </p:nvSpPr>
        <p:spPr>
          <a:xfrm>
            <a:off x="3356744" y="2900429"/>
            <a:ext cx="5028621" cy="1141082"/>
          </a:xfrm>
          <a:prstGeom prst="rect">
            <a:avLst/>
          </a:prstGeom>
          <a:noFill/>
          <a:ln>
            <a:noFill/>
          </a:ln>
        </p:spPr>
        <p:txBody>
          <a:bodyPr wrap="none" lIns="0" tIns="0" rIns="0" bIns="0" rtlCol="0">
            <a:spAutoFit/>
          </a:bodyPr>
          <a:lstStyle/>
          <a:p>
            <a:pPr>
              <a:lnSpc>
                <a:spcPct val="120000"/>
              </a:lnSpc>
            </a:pPr>
            <a:r>
              <a:rPr lang="en-GB" sz="3200" b="1" i="1" dirty="0">
                <a:solidFill>
                  <a:schemeClr val="tx2"/>
                </a:solidFill>
              </a:rPr>
              <a:t>Rephrased Labelling Prompt</a:t>
            </a:r>
          </a:p>
          <a:p>
            <a:pPr>
              <a:lnSpc>
                <a:spcPct val="120000"/>
              </a:lnSpc>
            </a:pPr>
            <a:endParaRPr lang="en-GB" sz="3200" i="1" dirty="0">
              <a:solidFill>
                <a:schemeClr val="tx2"/>
              </a:solidFill>
            </a:endParaRPr>
          </a:p>
        </p:txBody>
      </p:sp>
      <p:sp>
        <p:nvSpPr>
          <p:cNvPr id="7" name="TextBox 6">
            <a:extLst>
              <a:ext uri="{FF2B5EF4-FFF2-40B4-BE49-F238E27FC236}">
                <a16:creationId xmlns:a16="http://schemas.microsoft.com/office/drawing/2014/main" id="{26F6D6FC-3221-0159-EAEB-D04C6A614A60}"/>
              </a:ext>
            </a:extLst>
          </p:cNvPr>
          <p:cNvSpPr txBox="1"/>
          <p:nvPr/>
        </p:nvSpPr>
        <p:spPr>
          <a:xfrm>
            <a:off x="3867410" y="4055799"/>
            <a:ext cx="7548304" cy="2190471"/>
          </a:xfrm>
          <a:prstGeom prst="rect">
            <a:avLst/>
          </a:prstGeom>
          <a:noFill/>
          <a:ln>
            <a:noFill/>
          </a:ln>
        </p:spPr>
        <p:txBody>
          <a:bodyPr wrap="square" lIns="0" tIns="0" rIns="0" bIns="0" rtlCol="0">
            <a:spAutoFit/>
          </a:bodyPr>
          <a:lstStyle/>
          <a:p>
            <a:pPr>
              <a:lnSpc>
                <a:spcPct val="120000"/>
              </a:lnSpc>
            </a:pPr>
            <a:r>
              <a:rPr lang="en-GB" sz="2000" dirty="0">
                <a:solidFill>
                  <a:schemeClr val="tx2"/>
                </a:solidFill>
              </a:rPr>
              <a:t>You are a senior code reviewer . Based on the code change and</a:t>
            </a:r>
          </a:p>
          <a:p>
            <a:pPr>
              <a:lnSpc>
                <a:spcPct val="120000"/>
              </a:lnSpc>
            </a:pPr>
            <a:r>
              <a:rPr lang="en-GB" sz="2000" dirty="0">
                <a:solidFill>
                  <a:schemeClr val="tx2"/>
                </a:solidFill>
              </a:rPr>
              <a:t>metrics summary below, </a:t>
            </a:r>
            <a:r>
              <a:rPr lang="en-GB" sz="2000" b="1" dirty="0">
                <a:solidFill>
                  <a:schemeClr val="tx2"/>
                </a:solidFill>
              </a:rPr>
              <a:t>assess</a:t>
            </a:r>
            <a:r>
              <a:rPr lang="en-GB" sz="2000" dirty="0">
                <a:solidFill>
                  <a:schemeClr val="tx2"/>
                </a:solidFill>
              </a:rPr>
              <a:t> if this change might lead to </a:t>
            </a:r>
            <a:r>
              <a:rPr lang="en-GB" sz="2000" b="1" dirty="0">
                <a:solidFill>
                  <a:schemeClr val="tx2"/>
                </a:solidFill>
              </a:rPr>
              <a:t>long - term maintainability issues. </a:t>
            </a:r>
          </a:p>
          <a:p>
            <a:pPr>
              <a:lnSpc>
                <a:spcPct val="120000"/>
              </a:lnSpc>
            </a:pPr>
            <a:r>
              <a:rPr lang="en-GB" sz="2000" dirty="0">
                <a:solidFill>
                  <a:schemeClr val="tx2"/>
                </a:solidFill>
              </a:rPr>
              <a:t>Answer with ’yes ’ or ’no ’.</a:t>
            </a:r>
          </a:p>
          <a:p>
            <a:pPr>
              <a:lnSpc>
                <a:spcPct val="120000"/>
              </a:lnSpc>
            </a:pPr>
            <a:r>
              <a:rPr lang="en-GB" sz="2000" dirty="0">
                <a:solidFill>
                  <a:schemeClr val="tx2"/>
                </a:solidFill>
              </a:rPr>
              <a:t>Commit Summary : &lt; metrics summary &gt;</a:t>
            </a:r>
          </a:p>
          <a:p>
            <a:pPr>
              <a:lnSpc>
                <a:spcPct val="120000"/>
              </a:lnSpc>
            </a:pPr>
            <a:r>
              <a:rPr lang="en-GB" sz="2000" dirty="0">
                <a:solidFill>
                  <a:schemeClr val="tx2"/>
                </a:solidFill>
              </a:rPr>
              <a:t>DIFF : &lt; </a:t>
            </a:r>
            <a:r>
              <a:rPr lang="en-GB" sz="2000" dirty="0" err="1">
                <a:solidFill>
                  <a:schemeClr val="tx2"/>
                </a:solidFill>
              </a:rPr>
              <a:t>filtered_diff</a:t>
            </a:r>
            <a:r>
              <a:rPr lang="en-GB" sz="2000" dirty="0">
                <a:solidFill>
                  <a:schemeClr val="tx2"/>
                </a:solidFill>
              </a:rPr>
              <a:t> &gt;</a:t>
            </a:r>
          </a:p>
        </p:txBody>
      </p:sp>
      <p:pic>
        <p:nvPicPr>
          <p:cNvPr id="11" name="Graphic 10" descr="Head with gears outline">
            <a:extLst>
              <a:ext uri="{FF2B5EF4-FFF2-40B4-BE49-F238E27FC236}">
                <a16:creationId xmlns:a16="http://schemas.microsoft.com/office/drawing/2014/main" id="{77AA06E8-9C80-10D0-BBA1-F564DB61EE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103" y="3069035"/>
            <a:ext cx="1944952" cy="1944952"/>
          </a:xfrm>
          <a:prstGeom prst="rect">
            <a:avLst/>
          </a:prstGeom>
        </p:spPr>
      </p:pic>
    </p:spTree>
    <p:extLst>
      <p:ext uri="{BB962C8B-B14F-4D97-AF65-F5344CB8AC3E}">
        <p14:creationId xmlns:p14="http://schemas.microsoft.com/office/powerpoint/2010/main" val="1666697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3417B-F8DE-E29B-6B8F-72D301046265}"/>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07A5C95-41B9-D28B-8CB0-763916A8571D}"/>
              </a:ext>
            </a:extLst>
          </p:cNvPr>
          <p:cNvSpPr>
            <a:spLocks noGrp="1"/>
          </p:cNvSpPr>
          <p:nvPr>
            <p:ph type="dt" sz="half" idx="10"/>
          </p:nvPr>
        </p:nvSpPr>
        <p:spPr/>
        <p:txBody>
          <a:bodyPr/>
          <a:lstStyle/>
          <a:p>
            <a:fld id="{04CAA61E-7AEC-D342-8104-4DFD59E7350E}" type="datetime1">
              <a:rPr lang="en-US" smtClean="0"/>
              <a:t>9/25/25</a:t>
            </a:fld>
            <a:endParaRPr lang="en-US"/>
          </a:p>
        </p:txBody>
      </p:sp>
      <p:sp>
        <p:nvSpPr>
          <p:cNvPr id="3" name="Fußzeilenplatzhalter 2">
            <a:extLst>
              <a:ext uri="{FF2B5EF4-FFF2-40B4-BE49-F238E27FC236}">
                <a16:creationId xmlns:a16="http://schemas.microsoft.com/office/drawing/2014/main" id="{C80A862C-0F12-276C-C4EA-BBAF0D9C702C}"/>
              </a:ext>
            </a:extLst>
          </p:cNvPr>
          <p:cNvSpPr>
            <a:spLocks noGrp="1"/>
          </p:cNvSpPr>
          <p:nvPr>
            <p:ph type="ftr" sz="quarter" idx="11"/>
          </p:nvPr>
        </p:nvSpPr>
        <p:spPr/>
        <p:txBody>
          <a:bodyPr/>
          <a:lstStyle/>
          <a:p>
            <a:r>
              <a:rPr lang="en-GB" dirty="0"/>
              <a:t>Tom Morgenstern</a:t>
            </a:r>
            <a:r>
              <a:rPr lang="en-US" dirty="0"/>
              <a:t> &amp; Tianxiang Lu</a:t>
            </a:r>
            <a:endParaRPr lang="en-GB" dirty="0"/>
          </a:p>
        </p:txBody>
      </p:sp>
      <p:sp>
        <p:nvSpPr>
          <p:cNvPr id="4" name="Foliennummernplatzhalter 3">
            <a:extLst>
              <a:ext uri="{FF2B5EF4-FFF2-40B4-BE49-F238E27FC236}">
                <a16:creationId xmlns:a16="http://schemas.microsoft.com/office/drawing/2014/main" id="{A6A6B6BD-6249-59E6-CD8E-945E373674FB}"/>
              </a:ext>
            </a:extLst>
          </p:cNvPr>
          <p:cNvSpPr>
            <a:spLocks noGrp="1"/>
          </p:cNvSpPr>
          <p:nvPr>
            <p:ph type="sldNum" sz="quarter" idx="12"/>
          </p:nvPr>
        </p:nvSpPr>
        <p:spPr/>
        <p:txBody>
          <a:bodyPr/>
          <a:lstStyle/>
          <a:p>
            <a:fld id="{19C38A61-2AC7-4B0E-B80F-DDADD701BB40}" type="slidenum">
              <a:rPr lang="en-US" smtClean="0"/>
              <a:pPr/>
              <a:t>11</a:t>
            </a:fld>
            <a:endParaRPr lang="en-US"/>
          </a:p>
        </p:txBody>
      </p:sp>
      <p:sp>
        <p:nvSpPr>
          <p:cNvPr id="7" name="Titel 6">
            <a:extLst>
              <a:ext uri="{FF2B5EF4-FFF2-40B4-BE49-F238E27FC236}">
                <a16:creationId xmlns:a16="http://schemas.microsoft.com/office/drawing/2014/main" id="{2F8B4875-0979-9FFA-0566-DB4750236F31}"/>
              </a:ext>
            </a:extLst>
          </p:cNvPr>
          <p:cNvSpPr>
            <a:spLocks noGrp="1"/>
          </p:cNvSpPr>
          <p:nvPr>
            <p:ph type="title"/>
          </p:nvPr>
        </p:nvSpPr>
        <p:spPr/>
        <p:txBody>
          <a:bodyPr/>
          <a:lstStyle/>
          <a:p>
            <a:r>
              <a:rPr lang="en-US" cap="none" dirty="0"/>
              <a:t>Data Splitting &amp; Challenges</a:t>
            </a:r>
          </a:p>
        </p:txBody>
      </p:sp>
      <p:sp>
        <p:nvSpPr>
          <p:cNvPr id="9" name="TextBox 8">
            <a:extLst>
              <a:ext uri="{FF2B5EF4-FFF2-40B4-BE49-F238E27FC236}">
                <a16:creationId xmlns:a16="http://schemas.microsoft.com/office/drawing/2014/main" id="{1976C21D-3D95-AA39-E8C3-3E42958E0E55}"/>
              </a:ext>
            </a:extLst>
          </p:cNvPr>
          <p:cNvSpPr txBox="1"/>
          <p:nvPr/>
        </p:nvSpPr>
        <p:spPr>
          <a:xfrm>
            <a:off x="3071813" y="6532675"/>
            <a:ext cx="9120187" cy="513859"/>
          </a:xfrm>
          <a:prstGeom prst="rect">
            <a:avLst/>
          </a:prstGeom>
          <a:noFill/>
          <a:ln>
            <a:noFill/>
          </a:ln>
        </p:spPr>
        <p:txBody>
          <a:bodyPr wrap="square" lIns="0" tIns="0" rIns="0" bIns="0" rtlCol="0">
            <a:spAutoFit/>
          </a:bodyPr>
          <a:lstStyle/>
          <a:p>
            <a:pPr>
              <a:lnSpc>
                <a:spcPct val="120000"/>
              </a:lnSpc>
            </a:pPr>
            <a:r>
              <a:rPr lang="en-GB" sz="1200" dirty="0">
                <a:ea typeface="Source Sans Pro"/>
              </a:rPr>
              <a:t>Fig. 2. Left: Commits pro project for Leave-One-</a:t>
            </a:r>
            <a:r>
              <a:rPr lang="en-GB" sz="1200" dirty="0" err="1">
                <a:ea typeface="Source Sans Pro"/>
              </a:rPr>
              <a:t>Porject</a:t>
            </a:r>
            <a:r>
              <a:rPr lang="en-GB" sz="1200" dirty="0">
                <a:ea typeface="Source Sans Pro"/>
              </a:rPr>
              <a:t>-Out (LOPO), Right: Debt vs. No-debt split in training and test</a:t>
            </a:r>
          </a:p>
          <a:p>
            <a:pPr algn="l">
              <a:lnSpc>
                <a:spcPct val="120000"/>
              </a:lnSpc>
            </a:pPr>
            <a:endParaRPr lang="en-GB" sz="1700" dirty="0"/>
          </a:p>
        </p:txBody>
      </p:sp>
      <p:pic>
        <p:nvPicPr>
          <p:cNvPr id="6" name="Picture 5" descr="A pie chart with numbers and a graph&#10;&#10;AI-generated content may be incorrect.">
            <a:extLst>
              <a:ext uri="{FF2B5EF4-FFF2-40B4-BE49-F238E27FC236}">
                <a16:creationId xmlns:a16="http://schemas.microsoft.com/office/drawing/2014/main" id="{6BB0C0EE-D022-0701-19D2-500085CAB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791" y="1277955"/>
            <a:ext cx="11056059" cy="4822807"/>
          </a:xfrm>
          <a:prstGeom prst="rect">
            <a:avLst/>
          </a:prstGeom>
        </p:spPr>
      </p:pic>
    </p:spTree>
    <p:extLst>
      <p:ext uri="{BB962C8B-B14F-4D97-AF65-F5344CB8AC3E}">
        <p14:creationId xmlns:p14="http://schemas.microsoft.com/office/powerpoint/2010/main" val="3786641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8721A-3BF6-DCC7-6B10-B0B27A6005F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8D2C9939-65B5-98B3-BBD7-921CCB4C88E7}"/>
              </a:ext>
            </a:extLst>
          </p:cNvPr>
          <p:cNvSpPr>
            <a:spLocks noGrp="1"/>
          </p:cNvSpPr>
          <p:nvPr>
            <p:ph type="dt" sz="half" idx="10"/>
          </p:nvPr>
        </p:nvSpPr>
        <p:spPr/>
        <p:txBody>
          <a:bodyPr/>
          <a:lstStyle/>
          <a:p>
            <a:fld id="{C1F6E0D2-EE34-EA4B-A3FA-4E5E952E1C17}" type="datetime1">
              <a:rPr lang="en-US" smtClean="0"/>
              <a:t>9/25/25</a:t>
            </a:fld>
            <a:endParaRPr lang="en-US"/>
          </a:p>
        </p:txBody>
      </p:sp>
      <p:sp>
        <p:nvSpPr>
          <p:cNvPr id="4" name="Foliennummernplatzhalter 3">
            <a:extLst>
              <a:ext uri="{FF2B5EF4-FFF2-40B4-BE49-F238E27FC236}">
                <a16:creationId xmlns:a16="http://schemas.microsoft.com/office/drawing/2014/main" id="{A80A02A3-582C-CE35-79B7-D126CB0CC6A7}"/>
              </a:ext>
            </a:extLst>
          </p:cNvPr>
          <p:cNvSpPr>
            <a:spLocks noGrp="1"/>
          </p:cNvSpPr>
          <p:nvPr>
            <p:ph type="sldNum" sz="quarter" idx="12"/>
          </p:nvPr>
        </p:nvSpPr>
        <p:spPr/>
        <p:txBody>
          <a:bodyPr/>
          <a:lstStyle/>
          <a:p>
            <a:fld id="{19C38A61-2AC7-4B0E-B80F-DDADD701BB40}" type="slidenum">
              <a:rPr lang="en-US" smtClean="0"/>
              <a:pPr/>
              <a:t>12</a:t>
            </a:fld>
            <a:endParaRPr lang="en-US"/>
          </a:p>
        </p:txBody>
      </p:sp>
      <p:sp>
        <p:nvSpPr>
          <p:cNvPr id="9" name="Fußzeilenplatzhalter 2">
            <a:extLst>
              <a:ext uri="{FF2B5EF4-FFF2-40B4-BE49-F238E27FC236}">
                <a16:creationId xmlns:a16="http://schemas.microsoft.com/office/drawing/2014/main" id="{9F2E259F-03A0-79D8-774C-CB6B7D3AB4ED}"/>
              </a:ext>
            </a:extLst>
          </p:cNvPr>
          <p:cNvSpPr>
            <a:spLocks noGrp="1"/>
          </p:cNvSpPr>
          <p:nvPr>
            <p:ph type="ftr" sz="quarter" idx="11"/>
          </p:nvPr>
        </p:nvSpPr>
        <p:spPr>
          <a:xfrm>
            <a:off x="1445977" y="6667837"/>
            <a:ext cx="10474325" cy="135422"/>
          </a:xfrm>
        </p:spPr>
        <p:txBody>
          <a:bodyPr/>
          <a:lstStyle/>
          <a:p>
            <a:r>
              <a:rPr lang="de-DE" dirty="0"/>
              <a:t>Tom Morgenstern </a:t>
            </a:r>
            <a:r>
              <a:rPr lang="en-US" dirty="0"/>
              <a:t>&amp; Tianxiang Lu</a:t>
            </a:r>
            <a:endParaRPr lang="en-GB" dirty="0"/>
          </a:p>
        </p:txBody>
      </p:sp>
      <p:sp>
        <p:nvSpPr>
          <p:cNvPr id="14" name="Titel 6">
            <a:extLst>
              <a:ext uri="{FF2B5EF4-FFF2-40B4-BE49-F238E27FC236}">
                <a16:creationId xmlns:a16="http://schemas.microsoft.com/office/drawing/2014/main" id="{2920F245-684A-BE01-3A45-D3236F7269FB}"/>
              </a:ext>
            </a:extLst>
          </p:cNvPr>
          <p:cNvSpPr txBox="1">
            <a:spLocks/>
          </p:cNvSpPr>
          <p:nvPr/>
        </p:nvSpPr>
        <p:spPr>
          <a:xfrm>
            <a:off x="514936" y="459801"/>
            <a:ext cx="3156952" cy="830997"/>
          </a:xfrm>
          <a:prstGeom prst="rect">
            <a:avLst/>
          </a:prstGeom>
          <a:noFill/>
        </p:spPr>
        <p:txBody>
          <a:bodyPr wrap="square" lIns="0" tIns="0" rIns="0" bIns="0">
            <a:noAutofit/>
          </a:bodyPr>
          <a:lst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a:lstStyle>
          <a:p>
            <a:r>
              <a:rPr lang="en-US" cap="none" dirty="0"/>
              <a:t>Modeling Approach</a:t>
            </a:r>
          </a:p>
        </p:txBody>
      </p:sp>
      <p:sp>
        <p:nvSpPr>
          <p:cNvPr id="13" name="TextBox 12">
            <a:extLst>
              <a:ext uri="{FF2B5EF4-FFF2-40B4-BE49-F238E27FC236}">
                <a16:creationId xmlns:a16="http://schemas.microsoft.com/office/drawing/2014/main" id="{760691C5-F545-BB21-4210-290DCC5C64EF}"/>
              </a:ext>
            </a:extLst>
          </p:cNvPr>
          <p:cNvSpPr txBox="1"/>
          <p:nvPr/>
        </p:nvSpPr>
        <p:spPr>
          <a:xfrm>
            <a:off x="1120304" y="2695806"/>
            <a:ext cx="1808187" cy="1234056"/>
          </a:xfrm>
          <a:prstGeom prst="rect">
            <a:avLst/>
          </a:prstGeom>
          <a:noFill/>
          <a:ln>
            <a:noFill/>
          </a:ln>
        </p:spPr>
        <p:txBody>
          <a:bodyPr wrap="none" lIns="0" tIns="0" rIns="0" bIns="0" rtlCol="0">
            <a:spAutoFit/>
          </a:bodyPr>
          <a:lstStyle/>
          <a:p>
            <a:pPr>
              <a:lnSpc>
                <a:spcPct val="120000"/>
              </a:lnSpc>
            </a:pPr>
            <a:r>
              <a:rPr lang="en-GB" sz="1700" dirty="0"/>
              <a:t>Tree1   Tree2   Tree3</a:t>
            </a:r>
          </a:p>
          <a:p>
            <a:pPr>
              <a:lnSpc>
                <a:spcPct val="120000"/>
              </a:lnSpc>
            </a:pPr>
            <a:r>
              <a:rPr lang="en-GB" sz="1700" dirty="0"/>
              <a:t>           \      |      /</a:t>
            </a:r>
          </a:p>
          <a:p>
            <a:pPr>
              <a:lnSpc>
                <a:spcPct val="120000"/>
              </a:lnSpc>
            </a:pPr>
            <a:r>
              <a:rPr lang="en-GB" sz="1700" dirty="0"/>
              <a:t>            \     |     /</a:t>
            </a:r>
          </a:p>
          <a:p>
            <a:pPr>
              <a:lnSpc>
                <a:spcPct val="120000"/>
              </a:lnSpc>
            </a:pPr>
            <a:r>
              <a:rPr lang="en-GB" sz="1700" dirty="0"/>
              <a:t>Voting/Averaging</a:t>
            </a:r>
          </a:p>
        </p:txBody>
      </p:sp>
      <p:sp>
        <p:nvSpPr>
          <p:cNvPr id="15" name="TextBox 14">
            <a:extLst>
              <a:ext uri="{FF2B5EF4-FFF2-40B4-BE49-F238E27FC236}">
                <a16:creationId xmlns:a16="http://schemas.microsoft.com/office/drawing/2014/main" id="{145020AA-4344-57F3-4B5F-FC54E35C7191}"/>
              </a:ext>
            </a:extLst>
          </p:cNvPr>
          <p:cNvSpPr txBox="1"/>
          <p:nvPr/>
        </p:nvSpPr>
        <p:spPr>
          <a:xfrm>
            <a:off x="1445977" y="2151295"/>
            <a:ext cx="1461939" cy="292259"/>
          </a:xfrm>
          <a:prstGeom prst="rect">
            <a:avLst/>
          </a:prstGeom>
          <a:noFill/>
          <a:ln>
            <a:noFill/>
          </a:ln>
        </p:spPr>
        <p:txBody>
          <a:bodyPr wrap="none" lIns="0" tIns="0" rIns="0" bIns="0" rtlCol="0">
            <a:spAutoFit/>
          </a:bodyPr>
          <a:lstStyle/>
          <a:p>
            <a:pPr algn="l">
              <a:lnSpc>
                <a:spcPct val="120000"/>
              </a:lnSpc>
            </a:pPr>
            <a:r>
              <a:rPr lang="en-GB" sz="1700" b="1" dirty="0"/>
              <a:t>Random Forest</a:t>
            </a:r>
          </a:p>
        </p:txBody>
      </p:sp>
      <p:sp>
        <p:nvSpPr>
          <p:cNvPr id="16" name="TextBox 15">
            <a:extLst>
              <a:ext uri="{FF2B5EF4-FFF2-40B4-BE49-F238E27FC236}">
                <a16:creationId xmlns:a16="http://schemas.microsoft.com/office/drawing/2014/main" id="{FA08C5E9-86ED-D77E-2C76-1DC6E515508D}"/>
              </a:ext>
            </a:extLst>
          </p:cNvPr>
          <p:cNvSpPr txBox="1"/>
          <p:nvPr/>
        </p:nvSpPr>
        <p:spPr>
          <a:xfrm>
            <a:off x="9160567" y="2151294"/>
            <a:ext cx="814325" cy="292259"/>
          </a:xfrm>
          <a:prstGeom prst="rect">
            <a:avLst/>
          </a:prstGeom>
          <a:noFill/>
          <a:ln>
            <a:noFill/>
          </a:ln>
        </p:spPr>
        <p:txBody>
          <a:bodyPr wrap="none" lIns="0" tIns="0" rIns="0" bIns="0" rtlCol="0">
            <a:spAutoFit/>
          </a:bodyPr>
          <a:lstStyle/>
          <a:p>
            <a:pPr>
              <a:lnSpc>
                <a:spcPct val="120000"/>
              </a:lnSpc>
            </a:pPr>
            <a:r>
              <a:rPr lang="en-GB" sz="1700" b="1" dirty="0" err="1"/>
              <a:t>XGBoost</a:t>
            </a:r>
            <a:endParaRPr lang="en-GB" sz="1700" b="1" dirty="0"/>
          </a:p>
        </p:txBody>
      </p:sp>
      <p:sp>
        <p:nvSpPr>
          <p:cNvPr id="17" name="TextBox 16">
            <a:extLst>
              <a:ext uri="{FF2B5EF4-FFF2-40B4-BE49-F238E27FC236}">
                <a16:creationId xmlns:a16="http://schemas.microsoft.com/office/drawing/2014/main" id="{36AAD5F6-6585-F6CE-2A80-69D8E005DE7F}"/>
              </a:ext>
            </a:extLst>
          </p:cNvPr>
          <p:cNvSpPr txBox="1"/>
          <p:nvPr/>
        </p:nvSpPr>
        <p:spPr>
          <a:xfrm>
            <a:off x="8612165" y="2695805"/>
            <a:ext cx="2074286" cy="606192"/>
          </a:xfrm>
          <a:prstGeom prst="rect">
            <a:avLst/>
          </a:prstGeom>
          <a:noFill/>
          <a:ln>
            <a:noFill/>
          </a:ln>
        </p:spPr>
        <p:txBody>
          <a:bodyPr wrap="none" lIns="0" tIns="0" rIns="0" bIns="0" rtlCol="0">
            <a:spAutoFit/>
          </a:bodyPr>
          <a:lstStyle/>
          <a:p>
            <a:pPr algn="ctr">
              <a:lnSpc>
                <a:spcPct val="120000"/>
              </a:lnSpc>
            </a:pPr>
            <a:r>
              <a:rPr lang="en-GB" sz="1700" dirty="0"/>
              <a:t>Tree1 -&gt; Tree2 -&gt; Tree3</a:t>
            </a:r>
          </a:p>
          <a:p>
            <a:pPr algn="ctr">
              <a:lnSpc>
                <a:spcPct val="120000"/>
              </a:lnSpc>
            </a:pPr>
            <a:r>
              <a:rPr lang="en-GB" sz="1700" dirty="0"/>
              <a:t>Level-wise</a:t>
            </a:r>
          </a:p>
        </p:txBody>
      </p:sp>
      <p:sp>
        <p:nvSpPr>
          <p:cNvPr id="18" name="TextBox 17">
            <a:extLst>
              <a:ext uri="{FF2B5EF4-FFF2-40B4-BE49-F238E27FC236}">
                <a16:creationId xmlns:a16="http://schemas.microsoft.com/office/drawing/2014/main" id="{9DDE0265-E9C9-BE8A-0DD6-B82D21876742}"/>
              </a:ext>
            </a:extLst>
          </p:cNvPr>
          <p:cNvSpPr txBox="1"/>
          <p:nvPr/>
        </p:nvSpPr>
        <p:spPr>
          <a:xfrm>
            <a:off x="5328699" y="2151294"/>
            <a:ext cx="936154" cy="292259"/>
          </a:xfrm>
          <a:prstGeom prst="rect">
            <a:avLst/>
          </a:prstGeom>
          <a:noFill/>
          <a:ln>
            <a:noFill/>
          </a:ln>
        </p:spPr>
        <p:txBody>
          <a:bodyPr wrap="none" lIns="0" tIns="0" rIns="0" bIns="0" rtlCol="0">
            <a:spAutoFit/>
          </a:bodyPr>
          <a:lstStyle/>
          <a:p>
            <a:pPr>
              <a:lnSpc>
                <a:spcPct val="120000"/>
              </a:lnSpc>
            </a:pPr>
            <a:r>
              <a:rPr lang="en-GB" sz="1700" b="1" dirty="0" err="1"/>
              <a:t>LightGBM</a:t>
            </a:r>
            <a:endParaRPr lang="en-GB" sz="1700" b="1" dirty="0"/>
          </a:p>
        </p:txBody>
      </p:sp>
      <p:sp>
        <p:nvSpPr>
          <p:cNvPr id="19" name="TextBox 18">
            <a:extLst>
              <a:ext uri="{FF2B5EF4-FFF2-40B4-BE49-F238E27FC236}">
                <a16:creationId xmlns:a16="http://schemas.microsoft.com/office/drawing/2014/main" id="{18B06158-5726-8887-043C-C2FA6F0F07C5}"/>
              </a:ext>
            </a:extLst>
          </p:cNvPr>
          <p:cNvSpPr txBox="1"/>
          <p:nvPr/>
        </p:nvSpPr>
        <p:spPr>
          <a:xfrm>
            <a:off x="4733185" y="2700644"/>
            <a:ext cx="2074286" cy="606192"/>
          </a:xfrm>
          <a:prstGeom prst="rect">
            <a:avLst/>
          </a:prstGeom>
          <a:noFill/>
          <a:ln>
            <a:noFill/>
          </a:ln>
        </p:spPr>
        <p:txBody>
          <a:bodyPr wrap="none" lIns="0" tIns="0" rIns="0" bIns="0" rtlCol="0">
            <a:spAutoFit/>
          </a:bodyPr>
          <a:lstStyle/>
          <a:p>
            <a:pPr algn="ctr">
              <a:lnSpc>
                <a:spcPct val="120000"/>
              </a:lnSpc>
            </a:pPr>
            <a:r>
              <a:rPr lang="en-GB" sz="1700" dirty="0"/>
              <a:t>Tree1 -&gt; Tree2 -&gt; Tree3</a:t>
            </a:r>
          </a:p>
          <a:p>
            <a:pPr algn="ctr">
              <a:lnSpc>
                <a:spcPct val="120000"/>
              </a:lnSpc>
            </a:pPr>
            <a:r>
              <a:rPr lang="en-GB" sz="1700" dirty="0"/>
              <a:t>Leaf-wise</a:t>
            </a:r>
          </a:p>
        </p:txBody>
      </p:sp>
      <p:sp>
        <p:nvSpPr>
          <p:cNvPr id="20" name="TextBox 19">
            <a:extLst>
              <a:ext uri="{FF2B5EF4-FFF2-40B4-BE49-F238E27FC236}">
                <a16:creationId xmlns:a16="http://schemas.microsoft.com/office/drawing/2014/main" id="{1D5C76D3-D215-86DE-6E85-4BD96ABD0BF6}"/>
              </a:ext>
            </a:extLst>
          </p:cNvPr>
          <p:cNvSpPr txBox="1"/>
          <p:nvPr/>
        </p:nvSpPr>
        <p:spPr>
          <a:xfrm>
            <a:off x="8660086" y="3362438"/>
            <a:ext cx="2192908" cy="1546449"/>
          </a:xfrm>
          <a:prstGeom prst="rect">
            <a:avLst/>
          </a:prstGeom>
          <a:noFill/>
          <a:ln>
            <a:noFill/>
          </a:ln>
        </p:spPr>
        <p:txBody>
          <a:bodyPr wrap="none" lIns="0" tIns="0" rIns="0" bIns="0" rtlCol="0">
            <a:spAutoFit/>
          </a:bodyPr>
          <a:lstStyle/>
          <a:p>
            <a:pPr>
              <a:lnSpc>
                <a:spcPct val="120000"/>
              </a:lnSpc>
            </a:pPr>
            <a:r>
              <a:rPr lang="en-GB" sz="1700" dirty="0"/>
              <a:t>       ┌─┐</a:t>
            </a:r>
          </a:p>
          <a:p>
            <a:pPr>
              <a:lnSpc>
                <a:spcPct val="120000"/>
              </a:lnSpc>
            </a:pPr>
            <a:r>
              <a:rPr lang="en-GB" sz="1700" dirty="0"/>
              <a:t>       └─┘</a:t>
            </a:r>
          </a:p>
          <a:p>
            <a:pPr>
              <a:lnSpc>
                <a:spcPct val="120000"/>
              </a:lnSpc>
            </a:pPr>
            <a:r>
              <a:rPr lang="en-GB" sz="1700" dirty="0"/>
              <a:t>      ┌─┐ ┌─┐</a:t>
            </a:r>
          </a:p>
          <a:p>
            <a:pPr>
              <a:lnSpc>
                <a:spcPct val="120000"/>
              </a:lnSpc>
            </a:pPr>
            <a:r>
              <a:rPr lang="en-GB" sz="1700" dirty="0"/>
              <a:t>      └─┘ └─┘</a:t>
            </a:r>
          </a:p>
          <a:p>
            <a:pPr>
              <a:lnSpc>
                <a:spcPct val="120000"/>
              </a:lnSpc>
            </a:pPr>
            <a:r>
              <a:rPr lang="en-GB" sz="1700" dirty="0"/>
              <a:t>     ┌─┐ ┌─┐ ┌─┐ ┌─┐</a:t>
            </a:r>
          </a:p>
        </p:txBody>
      </p:sp>
      <p:sp>
        <p:nvSpPr>
          <p:cNvPr id="21" name="TextBox 20">
            <a:extLst>
              <a:ext uri="{FF2B5EF4-FFF2-40B4-BE49-F238E27FC236}">
                <a16:creationId xmlns:a16="http://schemas.microsoft.com/office/drawing/2014/main" id="{80890BE8-89B3-4865-9BFE-B3A38167EB7F}"/>
              </a:ext>
            </a:extLst>
          </p:cNvPr>
          <p:cNvSpPr txBox="1"/>
          <p:nvPr/>
        </p:nvSpPr>
        <p:spPr>
          <a:xfrm>
            <a:off x="5328699" y="3362438"/>
            <a:ext cx="1183016" cy="1860381"/>
          </a:xfrm>
          <a:prstGeom prst="rect">
            <a:avLst/>
          </a:prstGeom>
          <a:noFill/>
          <a:ln>
            <a:noFill/>
          </a:ln>
        </p:spPr>
        <p:txBody>
          <a:bodyPr wrap="none" lIns="0" tIns="0" rIns="0" bIns="0" rtlCol="0">
            <a:spAutoFit/>
          </a:bodyPr>
          <a:lstStyle/>
          <a:p>
            <a:pPr>
              <a:lnSpc>
                <a:spcPct val="120000"/>
              </a:lnSpc>
            </a:pPr>
            <a:r>
              <a:rPr lang="en-GB" sz="1700" dirty="0"/>
              <a:t>       ┌─┐</a:t>
            </a:r>
          </a:p>
          <a:p>
            <a:pPr>
              <a:lnSpc>
                <a:spcPct val="120000"/>
              </a:lnSpc>
            </a:pPr>
            <a:r>
              <a:rPr lang="en-GB" sz="1700" dirty="0"/>
              <a:t>       └─┘</a:t>
            </a:r>
          </a:p>
          <a:p>
            <a:pPr>
              <a:lnSpc>
                <a:spcPct val="120000"/>
              </a:lnSpc>
            </a:pPr>
            <a:r>
              <a:rPr lang="en-GB" sz="1700" dirty="0"/>
              <a:t>      ┌─┐</a:t>
            </a:r>
          </a:p>
          <a:p>
            <a:pPr>
              <a:lnSpc>
                <a:spcPct val="120000"/>
              </a:lnSpc>
            </a:pPr>
            <a:r>
              <a:rPr lang="en-GB" sz="1700" dirty="0"/>
              <a:t>      └─┘</a:t>
            </a:r>
          </a:p>
          <a:p>
            <a:pPr>
              <a:lnSpc>
                <a:spcPct val="120000"/>
              </a:lnSpc>
            </a:pPr>
            <a:r>
              <a:rPr lang="en-GB" sz="1700" dirty="0"/>
              <a:t>     ┌─┐ ┌─┐</a:t>
            </a:r>
          </a:p>
          <a:p>
            <a:pPr>
              <a:lnSpc>
                <a:spcPct val="120000"/>
              </a:lnSpc>
            </a:pPr>
            <a:r>
              <a:rPr lang="en-GB" sz="1700" dirty="0"/>
              <a:t>    ┌─┐</a:t>
            </a:r>
          </a:p>
        </p:txBody>
      </p:sp>
    </p:spTree>
    <p:extLst>
      <p:ext uri="{BB962C8B-B14F-4D97-AF65-F5344CB8AC3E}">
        <p14:creationId xmlns:p14="http://schemas.microsoft.com/office/powerpoint/2010/main" val="2464741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F7D1E-BAFD-BE45-EEAC-B0A1A634A87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E6B2D66-3B76-6B78-4B96-A23C21CFC32F}"/>
              </a:ext>
            </a:extLst>
          </p:cNvPr>
          <p:cNvSpPr>
            <a:spLocks noGrp="1"/>
          </p:cNvSpPr>
          <p:nvPr>
            <p:ph type="dt" sz="half" idx="10"/>
          </p:nvPr>
        </p:nvSpPr>
        <p:spPr/>
        <p:txBody>
          <a:bodyPr/>
          <a:lstStyle/>
          <a:p>
            <a:fld id="{C1F6E0D2-EE34-EA4B-A3FA-4E5E952E1C17}" type="datetime1">
              <a:rPr lang="en-US" smtClean="0"/>
              <a:t>9/25/25</a:t>
            </a:fld>
            <a:endParaRPr lang="en-US"/>
          </a:p>
        </p:txBody>
      </p:sp>
      <p:sp>
        <p:nvSpPr>
          <p:cNvPr id="4" name="Foliennummernplatzhalter 3">
            <a:extLst>
              <a:ext uri="{FF2B5EF4-FFF2-40B4-BE49-F238E27FC236}">
                <a16:creationId xmlns:a16="http://schemas.microsoft.com/office/drawing/2014/main" id="{D6A73364-3AFD-A48B-6E1B-D51835500030}"/>
              </a:ext>
            </a:extLst>
          </p:cNvPr>
          <p:cNvSpPr>
            <a:spLocks noGrp="1"/>
          </p:cNvSpPr>
          <p:nvPr>
            <p:ph type="sldNum" sz="quarter" idx="12"/>
          </p:nvPr>
        </p:nvSpPr>
        <p:spPr/>
        <p:txBody>
          <a:bodyPr/>
          <a:lstStyle/>
          <a:p>
            <a:fld id="{19C38A61-2AC7-4B0E-B80F-DDADD701BB40}" type="slidenum">
              <a:rPr lang="en-US" smtClean="0"/>
              <a:pPr/>
              <a:t>13</a:t>
            </a:fld>
            <a:endParaRPr lang="en-US"/>
          </a:p>
        </p:txBody>
      </p:sp>
      <p:sp>
        <p:nvSpPr>
          <p:cNvPr id="9" name="Fußzeilenplatzhalter 2">
            <a:extLst>
              <a:ext uri="{FF2B5EF4-FFF2-40B4-BE49-F238E27FC236}">
                <a16:creationId xmlns:a16="http://schemas.microsoft.com/office/drawing/2014/main" id="{74139117-84FF-5156-3D2D-775A62464D55}"/>
              </a:ext>
            </a:extLst>
          </p:cNvPr>
          <p:cNvSpPr>
            <a:spLocks noGrp="1"/>
          </p:cNvSpPr>
          <p:nvPr>
            <p:ph type="ftr" sz="quarter" idx="11"/>
          </p:nvPr>
        </p:nvSpPr>
        <p:spPr>
          <a:xfrm>
            <a:off x="1445977" y="6667837"/>
            <a:ext cx="10474325" cy="135422"/>
          </a:xfrm>
        </p:spPr>
        <p:txBody>
          <a:bodyPr/>
          <a:lstStyle/>
          <a:p>
            <a:r>
              <a:rPr lang="de-DE" dirty="0"/>
              <a:t>Tom Morgenstern </a:t>
            </a:r>
            <a:r>
              <a:rPr lang="en-US" dirty="0"/>
              <a:t>&amp; Tianxiang Lu</a:t>
            </a:r>
            <a:endParaRPr lang="en-GB" dirty="0"/>
          </a:p>
        </p:txBody>
      </p:sp>
      <p:sp>
        <p:nvSpPr>
          <p:cNvPr id="14" name="Titel 6">
            <a:extLst>
              <a:ext uri="{FF2B5EF4-FFF2-40B4-BE49-F238E27FC236}">
                <a16:creationId xmlns:a16="http://schemas.microsoft.com/office/drawing/2014/main" id="{4DD63553-E5D5-2903-F2CA-6A3CE2BEF9EF}"/>
              </a:ext>
            </a:extLst>
          </p:cNvPr>
          <p:cNvSpPr txBox="1">
            <a:spLocks/>
          </p:cNvSpPr>
          <p:nvPr/>
        </p:nvSpPr>
        <p:spPr>
          <a:xfrm>
            <a:off x="514936" y="459801"/>
            <a:ext cx="3156952" cy="830997"/>
          </a:xfrm>
          <a:prstGeom prst="rect">
            <a:avLst/>
          </a:prstGeom>
          <a:noFill/>
        </p:spPr>
        <p:txBody>
          <a:bodyPr wrap="square" lIns="0" tIns="0" rIns="0" bIns="0">
            <a:noAutofit/>
          </a:bodyPr>
          <a:lst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a:lstStyle>
          <a:p>
            <a:r>
              <a:rPr lang="en-US" cap="none" dirty="0"/>
              <a:t>Evaluation</a:t>
            </a:r>
          </a:p>
        </p:txBody>
      </p:sp>
      <p:pic>
        <p:nvPicPr>
          <p:cNvPr id="5" name="Picture 4" descr="A graph with a line&#10;&#10;AI-generated content may be incorrect.">
            <a:extLst>
              <a:ext uri="{FF2B5EF4-FFF2-40B4-BE49-F238E27FC236}">
                <a16:creationId xmlns:a16="http://schemas.microsoft.com/office/drawing/2014/main" id="{BD13968B-F405-0520-9CA6-A59927C73A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1284" y="875299"/>
            <a:ext cx="3719619" cy="2981165"/>
          </a:xfrm>
          <a:prstGeom prst="rect">
            <a:avLst/>
          </a:prstGeom>
        </p:spPr>
      </p:pic>
      <p:pic>
        <p:nvPicPr>
          <p:cNvPr id="8" name="Picture 7" descr="A graph of a curve&#10;&#10;AI-generated content may be incorrect.">
            <a:extLst>
              <a:ext uri="{FF2B5EF4-FFF2-40B4-BE49-F238E27FC236}">
                <a16:creationId xmlns:a16="http://schemas.microsoft.com/office/drawing/2014/main" id="{CB315A33-B9A0-164D-26E9-09FCCDD549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757" y="851827"/>
            <a:ext cx="3719619" cy="2981165"/>
          </a:xfrm>
          <a:prstGeom prst="rect">
            <a:avLst/>
          </a:prstGeom>
        </p:spPr>
      </p:pic>
      <p:pic>
        <p:nvPicPr>
          <p:cNvPr id="11" name="Picture 10" descr="A graph of a curve&#10;&#10;AI-generated content may be incorrect.">
            <a:extLst>
              <a:ext uri="{FF2B5EF4-FFF2-40B4-BE49-F238E27FC236}">
                <a16:creationId xmlns:a16="http://schemas.microsoft.com/office/drawing/2014/main" id="{DA5D6BC2-3F2C-6D73-5766-CB7615906C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8624" y="875298"/>
            <a:ext cx="3719619" cy="2981165"/>
          </a:xfrm>
          <a:prstGeom prst="rect">
            <a:avLst/>
          </a:prstGeom>
        </p:spPr>
      </p:pic>
      <p:pic>
        <p:nvPicPr>
          <p:cNvPr id="24" name="Picture 23" descr="A graph of a line graph&#10;&#10;AI-generated content may be incorrect.">
            <a:extLst>
              <a:ext uri="{FF2B5EF4-FFF2-40B4-BE49-F238E27FC236}">
                <a16:creationId xmlns:a16="http://schemas.microsoft.com/office/drawing/2014/main" id="{36398343-DF0E-B8BE-8351-FEC25DA042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028" y="3686671"/>
            <a:ext cx="3719619" cy="2981165"/>
          </a:xfrm>
          <a:prstGeom prst="rect">
            <a:avLst/>
          </a:prstGeom>
        </p:spPr>
      </p:pic>
      <p:pic>
        <p:nvPicPr>
          <p:cNvPr id="27" name="Picture 26" descr="A graph of a graph&#10;&#10;AI-generated content may be incorrect.">
            <a:extLst>
              <a:ext uri="{FF2B5EF4-FFF2-40B4-BE49-F238E27FC236}">
                <a16:creationId xmlns:a16="http://schemas.microsoft.com/office/drawing/2014/main" id="{F79F3E1B-3CC6-ACDB-364B-CB5ECA9B4A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8013" y="3686670"/>
            <a:ext cx="3719619" cy="2981165"/>
          </a:xfrm>
          <a:prstGeom prst="rect">
            <a:avLst/>
          </a:prstGeom>
        </p:spPr>
      </p:pic>
      <p:pic>
        <p:nvPicPr>
          <p:cNvPr id="29" name="Picture 28" descr="A graph of a graph&#10;&#10;AI-generated content may be incorrect.">
            <a:extLst>
              <a:ext uri="{FF2B5EF4-FFF2-40B4-BE49-F238E27FC236}">
                <a16:creationId xmlns:a16="http://schemas.microsoft.com/office/drawing/2014/main" id="{D3202820-3E74-4FB8-5235-25788CFED6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31895" y="3686669"/>
            <a:ext cx="3719619" cy="2981165"/>
          </a:xfrm>
          <a:prstGeom prst="rect">
            <a:avLst/>
          </a:prstGeom>
        </p:spPr>
      </p:pic>
      <p:sp>
        <p:nvSpPr>
          <p:cNvPr id="30" name="TextBox 29">
            <a:extLst>
              <a:ext uri="{FF2B5EF4-FFF2-40B4-BE49-F238E27FC236}">
                <a16:creationId xmlns:a16="http://schemas.microsoft.com/office/drawing/2014/main" id="{03C5F4ED-D748-5B07-C05F-54D696455F4D}"/>
              </a:ext>
            </a:extLst>
          </p:cNvPr>
          <p:cNvSpPr txBox="1"/>
          <p:nvPr/>
        </p:nvSpPr>
        <p:spPr>
          <a:xfrm>
            <a:off x="3071813" y="6532675"/>
            <a:ext cx="9120187" cy="513859"/>
          </a:xfrm>
          <a:prstGeom prst="rect">
            <a:avLst/>
          </a:prstGeom>
          <a:noFill/>
          <a:ln>
            <a:noFill/>
          </a:ln>
        </p:spPr>
        <p:txBody>
          <a:bodyPr wrap="square" lIns="0" tIns="0" rIns="0" bIns="0" rtlCol="0">
            <a:spAutoFit/>
          </a:bodyPr>
          <a:lstStyle/>
          <a:p>
            <a:pPr>
              <a:lnSpc>
                <a:spcPct val="120000"/>
              </a:lnSpc>
            </a:pPr>
            <a:r>
              <a:rPr lang="en-GB" sz="1200" dirty="0">
                <a:ea typeface="Source Sans Pro"/>
              </a:rPr>
              <a:t>Fig. 3. Validation Data – ROC Curves and Precision Recall trade-off curve among the 3 tree-based models</a:t>
            </a:r>
          </a:p>
          <a:p>
            <a:pPr algn="l">
              <a:lnSpc>
                <a:spcPct val="120000"/>
              </a:lnSpc>
            </a:pPr>
            <a:endParaRPr lang="en-GB" sz="1700" dirty="0"/>
          </a:p>
        </p:txBody>
      </p:sp>
    </p:spTree>
    <p:extLst>
      <p:ext uri="{BB962C8B-B14F-4D97-AF65-F5344CB8AC3E}">
        <p14:creationId xmlns:p14="http://schemas.microsoft.com/office/powerpoint/2010/main" val="3514092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C4D3-0EC2-AEA8-3731-36EE43F0DAE8}"/>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940B3A7A-6CD9-7958-3ABA-1FA4F7131861}"/>
              </a:ext>
            </a:extLst>
          </p:cNvPr>
          <p:cNvSpPr/>
          <p:nvPr/>
        </p:nvSpPr>
        <p:spPr>
          <a:xfrm>
            <a:off x="9516784" y="4737485"/>
            <a:ext cx="2497031" cy="9642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F8F57878-9BDD-4012-D946-473F3AD8C9CF}"/>
              </a:ext>
            </a:extLst>
          </p:cNvPr>
          <p:cNvSpPr/>
          <p:nvPr/>
        </p:nvSpPr>
        <p:spPr>
          <a:xfrm>
            <a:off x="4832586" y="1776851"/>
            <a:ext cx="3711340" cy="9501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BCCD7326-833C-FA78-0F38-28D835F081EF}"/>
              </a:ext>
            </a:extLst>
          </p:cNvPr>
          <p:cNvSpPr/>
          <p:nvPr/>
        </p:nvSpPr>
        <p:spPr>
          <a:xfrm>
            <a:off x="4986338" y="4737485"/>
            <a:ext cx="2057400" cy="9642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CB92728C-474C-F74E-4345-AF13863AB6FE}"/>
              </a:ext>
            </a:extLst>
          </p:cNvPr>
          <p:cNvSpPr/>
          <p:nvPr/>
        </p:nvSpPr>
        <p:spPr>
          <a:xfrm>
            <a:off x="1857376" y="1777359"/>
            <a:ext cx="2712048" cy="9642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umsplatzhalter 1">
            <a:extLst>
              <a:ext uri="{FF2B5EF4-FFF2-40B4-BE49-F238E27FC236}">
                <a16:creationId xmlns:a16="http://schemas.microsoft.com/office/drawing/2014/main" id="{4EF96301-B64E-A7A4-3722-1C52AC54DDCC}"/>
              </a:ext>
            </a:extLst>
          </p:cNvPr>
          <p:cNvSpPr>
            <a:spLocks noGrp="1"/>
          </p:cNvSpPr>
          <p:nvPr>
            <p:ph type="dt" sz="half" idx="10"/>
          </p:nvPr>
        </p:nvSpPr>
        <p:spPr/>
        <p:txBody>
          <a:bodyPr/>
          <a:lstStyle/>
          <a:p>
            <a:fld id="{C1F6E0D2-EE34-EA4B-A3FA-4E5E952E1C17}" type="datetime1">
              <a:rPr lang="en-US" smtClean="0"/>
              <a:t>9/25/25</a:t>
            </a:fld>
            <a:endParaRPr lang="en-US"/>
          </a:p>
        </p:txBody>
      </p:sp>
      <p:sp>
        <p:nvSpPr>
          <p:cNvPr id="4" name="Foliennummernplatzhalter 3">
            <a:extLst>
              <a:ext uri="{FF2B5EF4-FFF2-40B4-BE49-F238E27FC236}">
                <a16:creationId xmlns:a16="http://schemas.microsoft.com/office/drawing/2014/main" id="{553DE264-24AE-96DA-686B-3F3083CDDBE1}"/>
              </a:ext>
            </a:extLst>
          </p:cNvPr>
          <p:cNvSpPr>
            <a:spLocks noGrp="1"/>
          </p:cNvSpPr>
          <p:nvPr>
            <p:ph type="sldNum" sz="quarter" idx="12"/>
          </p:nvPr>
        </p:nvSpPr>
        <p:spPr/>
        <p:txBody>
          <a:bodyPr/>
          <a:lstStyle/>
          <a:p>
            <a:fld id="{19C38A61-2AC7-4B0E-B80F-DDADD701BB40}" type="slidenum">
              <a:rPr lang="en-US" smtClean="0"/>
              <a:pPr/>
              <a:t>14</a:t>
            </a:fld>
            <a:endParaRPr lang="en-US"/>
          </a:p>
        </p:txBody>
      </p:sp>
      <p:sp>
        <p:nvSpPr>
          <p:cNvPr id="9" name="Fußzeilenplatzhalter 2">
            <a:extLst>
              <a:ext uri="{FF2B5EF4-FFF2-40B4-BE49-F238E27FC236}">
                <a16:creationId xmlns:a16="http://schemas.microsoft.com/office/drawing/2014/main" id="{7A53DA50-F4F4-9627-F2BD-ABB132903E16}"/>
              </a:ext>
            </a:extLst>
          </p:cNvPr>
          <p:cNvSpPr>
            <a:spLocks noGrp="1"/>
          </p:cNvSpPr>
          <p:nvPr>
            <p:ph type="ftr" sz="quarter" idx="11"/>
          </p:nvPr>
        </p:nvSpPr>
        <p:spPr>
          <a:xfrm>
            <a:off x="1445977" y="6667837"/>
            <a:ext cx="10474325" cy="135422"/>
          </a:xfrm>
        </p:spPr>
        <p:txBody>
          <a:bodyPr/>
          <a:lstStyle/>
          <a:p>
            <a:r>
              <a:rPr lang="de-DE" dirty="0"/>
              <a:t>Tom Morgenstern </a:t>
            </a:r>
            <a:r>
              <a:rPr lang="en-US" dirty="0"/>
              <a:t>&amp; Tianxiang Lu</a:t>
            </a:r>
            <a:endParaRPr lang="en-GB" dirty="0"/>
          </a:p>
        </p:txBody>
      </p:sp>
      <p:sp>
        <p:nvSpPr>
          <p:cNvPr id="14" name="Titel 6">
            <a:extLst>
              <a:ext uri="{FF2B5EF4-FFF2-40B4-BE49-F238E27FC236}">
                <a16:creationId xmlns:a16="http://schemas.microsoft.com/office/drawing/2014/main" id="{9B5BC3FC-760A-32C8-E7F2-511A44EFC244}"/>
              </a:ext>
            </a:extLst>
          </p:cNvPr>
          <p:cNvSpPr txBox="1">
            <a:spLocks/>
          </p:cNvSpPr>
          <p:nvPr/>
        </p:nvSpPr>
        <p:spPr>
          <a:xfrm>
            <a:off x="514936" y="459801"/>
            <a:ext cx="3156952" cy="830997"/>
          </a:xfrm>
          <a:prstGeom prst="rect">
            <a:avLst/>
          </a:prstGeom>
          <a:noFill/>
        </p:spPr>
        <p:txBody>
          <a:bodyPr wrap="square" lIns="0" tIns="0" rIns="0" bIns="0">
            <a:noAutofit/>
          </a:bodyPr>
          <a:lst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a:lstStyle>
          <a:p>
            <a:r>
              <a:rPr lang="en-US" cap="none" dirty="0"/>
              <a:t>Key Results</a:t>
            </a:r>
          </a:p>
        </p:txBody>
      </p:sp>
      <p:pic>
        <p:nvPicPr>
          <p:cNvPr id="6" name="Picture 5">
            <a:extLst>
              <a:ext uri="{FF2B5EF4-FFF2-40B4-BE49-F238E27FC236}">
                <a16:creationId xmlns:a16="http://schemas.microsoft.com/office/drawing/2014/main" id="{9C097C17-84F2-CD5C-0953-AFCF24723C6A}"/>
              </a:ext>
            </a:extLst>
          </p:cNvPr>
          <p:cNvPicPr>
            <a:picLocks noChangeAspect="1"/>
          </p:cNvPicPr>
          <p:nvPr/>
        </p:nvPicPr>
        <p:blipFill>
          <a:blip r:embed="rId3"/>
          <a:stretch>
            <a:fillRect/>
          </a:stretch>
        </p:blipFill>
        <p:spPr>
          <a:xfrm>
            <a:off x="2395539" y="2971008"/>
            <a:ext cx="7772400" cy="1407600"/>
          </a:xfrm>
          <a:prstGeom prst="rect">
            <a:avLst/>
          </a:prstGeom>
        </p:spPr>
      </p:pic>
      <p:sp>
        <p:nvSpPr>
          <p:cNvPr id="22" name="TextBox 21">
            <a:extLst>
              <a:ext uri="{FF2B5EF4-FFF2-40B4-BE49-F238E27FC236}">
                <a16:creationId xmlns:a16="http://schemas.microsoft.com/office/drawing/2014/main" id="{EC096FD0-CBD9-3E09-6845-F40E368BCE0B}"/>
              </a:ext>
            </a:extLst>
          </p:cNvPr>
          <p:cNvSpPr txBox="1"/>
          <p:nvPr/>
        </p:nvSpPr>
        <p:spPr>
          <a:xfrm>
            <a:off x="2138146" y="1944241"/>
            <a:ext cx="2027799" cy="604717"/>
          </a:xfrm>
          <a:prstGeom prst="rect">
            <a:avLst/>
          </a:prstGeom>
          <a:noFill/>
          <a:ln>
            <a:noFill/>
          </a:ln>
        </p:spPr>
        <p:txBody>
          <a:bodyPr wrap="none" lIns="0" tIns="0" rIns="0" bIns="0" rtlCol="0">
            <a:spAutoFit/>
          </a:bodyPr>
          <a:lstStyle/>
          <a:p>
            <a:pPr algn="l">
              <a:lnSpc>
                <a:spcPct val="120000"/>
              </a:lnSpc>
            </a:pPr>
            <a:r>
              <a:rPr lang="en-GB" sz="1700" dirty="0"/>
              <a:t>Imbalanced data? </a:t>
            </a:r>
          </a:p>
          <a:p>
            <a:pPr algn="l">
              <a:lnSpc>
                <a:spcPct val="120000"/>
              </a:lnSpc>
            </a:pPr>
            <a:r>
              <a:rPr lang="en-GB" sz="1700" dirty="0">
                <a:sym typeface="Wingdings" pitchFamily="2" charset="2"/>
              </a:rPr>
              <a:t> Tune the Threshold</a:t>
            </a:r>
            <a:endParaRPr lang="en-GB" sz="1700" dirty="0"/>
          </a:p>
        </p:txBody>
      </p:sp>
      <p:cxnSp>
        <p:nvCxnSpPr>
          <p:cNvPr id="25" name="Straight Arrow Connector 24">
            <a:extLst>
              <a:ext uri="{FF2B5EF4-FFF2-40B4-BE49-F238E27FC236}">
                <a16:creationId xmlns:a16="http://schemas.microsoft.com/office/drawing/2014/main" id="{C4918BA0-9350-B2F2-0F91-9241B388DADC}"/>
              </a:ext>
            </a:extLst>
          </p:cNvPr>
          <p:cNvCxnSpPr/>
          <p:nvPr/>
        </p:nvCxnSpPr>
        <p:spPr>
          <a:xfrm>
            <a:off x="4276552" y="2726974"/>
            <a:ext cx="0" cy="371764"/>
          </a:xfrm>
          <a:prstGeom prst="straightConnector1">
            <a:avLst/>
          </a:prstGeom>
          <a:ln w="76200">
            <a:solidFill>
              <a:schemeClr val="tx2"/>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DFE868C-9FDD-0A2D-0D5F-8BA9AFEA7844}"/>
              </a:ext>
            </a:extLst>
          </p:cNvPr>
          <p:cNvSpPr txBox="1"/>
          <p:nvPr/>
        </p:nvSpPr>
        <p:spPr>
          <a:xfrm>
            <a:off x="5200651" y="4875232"/>
            <a:ext cx="1583767" cy="606192"/>
          </a:xfrm>
          <a:prstGeom prst="rect">
            <a:avLst/>
          </a:prstGeom>
          <a:noFill/>
          <a:ln>
            <a:noFill/>
          </a:ln>
        </p:spPr>
        <p:txBody>
          <a:bodyPr wrap="none" lIns="0" tIns="0" rIns="0" bIns="0" rtlCol="0">
            <a:spAutoFit/>
          </a:bodyPr>
          <a:lstStyle/>
          <a:p>
            <a:pPr algn="ctr">
              <a:lnSpc>
                <a:spcPct val="120000"/>
              </a:lnSpc>
            </a:pPr>
            <a:r>
              <a:rPr lang="en-GB" sz="1700" dirty="0"/>
              <a:t>Beyond</a:t>
            </a:r>
          </a:p>
          <a:p>
            <a:pPr algn="ctr">
              <a:lnSpc>
                <a:spcPct val="120000"/>
              </a:lnSpc>
            </a:pPr>
            <a:r>
              <a:rPr lang="en-GB" sz="1700" dirty="0"/>
              <a:t>Random Gues 0.5</a:t>
            </a:r>
          </a:p>
        </p:txBody>
      </p:sp>
      <p:cxnSp>
        <p:nvCxnSpPr>
          <p:cNvPr id="7" name="Straight Arrow Connector 6">
            <a:extLst>
              <a:ext uri="{FF2B5EF4-FFF2-40B4-BE49-F238E27FC236}">
                <a16:creationId xmlns:a16="http://schemas.microsoft.com/office/drawing/2014/main" id="{CDBC2D6C-4BF3-6A45-6BEB-ED598FEFB3AF}"/>
              </a:ext>
            </a:extLst>
          </p:cNvPr>
          <p:cNvCxnSpPr>
            <a:cxnSpLocks/>
          </p:cNvCxnSpPr>
          <p:nvPr/>
        </p:nvCxnSpPr>
        <p:spPr>
          <a:xfrm flipV="1">
            <a:off x="5357639" y="4179428"/>
            <a:ext cx="0" cy="558057"/>
          </a:xfrm>
          <a:prstGeom prst="straightConnector1">
            <a:avLst/>
          </a:prstGeom>
          <a:ln w="76200">
            <a:solidFill>
              <a:schemeClr val="tx2"/>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89FBD2C-4435-A307-71FA-969602FDEC8A}"/>
              </a:ext>
            </a:extLst>
          </p:cNvPr>
          <p:cNvCxnSpPr>
            <a:cxnSpLocks/>
          </p:cNvCxnSpPr>
          <p:nvPr/>
        </p:nvCxnSpPr>
        <p:spPr>
          <a:xfrm flipV="1">
            <a:off x="6595889" y="4179428"/>
            <a:ext cx="0" cy="558057"/>
          </a:xfrm>
          <a:prstGeom prst="straightConnector1">
            <a:avLst/>
          </a:prstGeom>
          <a:ln w="76200">
            <a:solidFill>
              <a:schemeClr val="tx2"/>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3A0D13F-A2A9-B4A8-4E65-7AA224F218DC}"/>
              </a:ext>
            </a:extLst>
          </p:cNvPr>
          <p:cNvSpPr txBox="1"/>
          <p:nvPr/>
        </p:nvSpPr>
        <p:spPr>
          <a:xfrm>
            <a:off x="4946887" y="1777440"/>
            <a:ext cx="3597039" cy="920124"/>
          </a:xfrm>
          <a:prstGeom prst="rect">
            <a:avLst/>
          </a:prstGeom>
          <a:noFill/>
          <a:ln>
            <a:noFill/>
          </a:ln>
        </p:spPr>
        <p:txBody>
          <a:bodyPr wrap="square" lIns="0" tIns="0" rIns="0" bIns="0" rtlCol="0">
            <a:spAutoFit/>
          </a:bodyPr>
          <a:lstStyle/>
          <a:p>
            <a:pPr algn="l">
              <a:lnSpc>
                <a:spcPct val="120000"/>
              </a:lnSpc>
            </a:pPr>
            <a:r>
              <a:rPr lang="en-GB" sz="1700" dirty="0"/>
              <a:t>Matthews correlation coefficient (MCC)</a:t>
            </a:r>
          </a:p>
          <a:p>
            <a:pPr algn="l">
              <a:lnSpc>
                <a:spcPct val="120000"/>
              </a:lnSpc>
            </a:pPr>
            <a:r>
              <a:rPr lang="en-GB" sz="1700" dirty="0"/>
              <a:t>Predictive power (0..1)</a:t>
            </a:r>
          </a:p>
          <a:p>
            <a:pPr algn="l">
              <a:lnSpc>
                <a:spcPct val="120000"/>
              </a:lnSpc>
            </a:pPr>
            <a:r>
              <a:rPr lang="en-GB" sz="1700" dirty="0"/>
              <a:t>Well above random expectation 0.0</a:t>
            </a:r>
          </a:p>
        </p:txBody>
      </p:sp>
      <p:cxnSp>
        <p:nvCxnSpPr>
          <p:cNvPr id="24" name="Straight Arrow Connector 23">
            <a:extLst>
              <a:ext uri="{FF2B5EF4-FFF2-40B4-BE49-F238E27FC236}">
                <a16:creationId xmlns:a16="http://schemas.microsoft.com/office/drawing/2014/main" id="{71F05744-EC07-70E0-5B84-27FBCDC7309C}"/>
              </a:ext>
            </a:extLst>
          </p:cNvPr>
          <p:cNvCxnSpPr/>
          <p:nvPr/>
        </p:nvCxnSpPr>
        <p:spPr>
          <a:xfrm>
            <a:off x="7572202" y="2697564"/>
            <a:ext cx="0" cy="371764"/>
          </a:xfrm>
          <a:prstGeom prst="straightConnector1">
            <a:avLst/>
          </a:prstGeom>
          <a:ln w="76200">
            <a:solidFill>
              <a:schemeClr val="tx2"/>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10CD4E6-9432-4BF7-E117-A0EDEB3CD0F8}"/>
              </a:ext>
            </a:extLst>
          </p:cNvPr>
          <p:cNvSpPr txBox="1"/>
          <p:nvPr/>
        </p:nvSpPr>
        <p:spPr>
          <a:xfrm>
            <a:off x="1375130" y="6188815"/>
            <a:ext cx="8649804" cy="292259"/>
          </a:xfrm>
          <a:prstGeom prst="rect">
            <a:avLst/>
          </a:prstGeom>
          <a:noFill/>
          <a:ln>
            <a:noFill/>
          </a:ln>
        </p:spPr>
        <p:txBody>
          <a:bodyPr wrap="none" lIns="0" tIns="0" rIns="0" bIns="0" rtlCol="0">
            <a:spAutoFit/>
          </a:bodyPr>
          <a:lstStyle/>
          <a:p>
            <a:pPr algn="l">
              <a:lnSpc>
                <a:spcPct val="120000"/>
              </a:lnSpc>
            </a:pPr>
            <a:r>
              <a:rPr lang="en-GB" sz="1700" dirty="0"/>
              <a:t>Table 1: Performance metrics targeting debt recall, LOPO generalization performance is similar.</a:t>
            </a:r>
          </a:p>
        </p:txBody>
      </p:sp>
      <p:pic>
        <p:nvPicPr>
          <p:cNvPr id="28" name="Graphic 27" descr="Target with solid fill">
            <a:extLst>
              <a:ext uri="{FF2B5EF4-FFF2-40B4-BE49-F238E27FC236}">
                <a16:creationId xmlns:a16="http://schemas.microsoft.com/office/drawing/2014/main" id="{F25E3A1B-07E3-CB84-49DD-8BB28760DB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07147" y="4790265"/>
            <a:ext cx="914400" cy="914400"/>
          </a:xfrm>
          <a:prstGeom prst="rect">
            <a:avLst/>
          </a:prstGeom>
        </p:spPr>
      </p:pic>
      <p:cxnSp>
        <p:nvCxnSpPr>
          <p:cNvPr id="29" name="Straight Arrow Connector 28">
            <a:extLst>
              <a:ext uri="{FF2B5EF4-FFF2-40B4-BE49-F238E27FC236}">
                <a16:creationId xmlns:a16="http://schemas.microsoft.com/office/drawing/2014/main" id="{79E5DA98-0A30-A4EA-F35E-A271861A0274}"/>
              </a:ext>
            </a:extLst>
          </p:cNvPr>
          <p:cNvCxnSpPr>
            <a:cxnSpLocks/>
          </p:cNvCxnSpPr>
          <p:nvPr/>
        </p:nvCxnSpPr>
        <p:spPr>
          <a:xfrm flipV="1">
            <a:off x="9068936" y="4232208"/>
            <a:ext cx="0" cy="558057"/>
          </a:xfrm>
          <a:prstGeom prst="straightConnector1">
            <a:avLst/>
          </a:prstGeom>
          <a:ln w="76200">
            <a:solidFill>
              <a:schemeClr val="tx2"/>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72AE039-02AE-88FC-306E-ECF2186802DA}"/>
              </a:ext>
            </a:extLst>
          </p:cNvPr>
          <p:cNvSpPr txBox="1"/>
          <p:nvPr/>
        </p:nvSpPr>
        <p:spPr>
          <a:xfrm>
            <a:off x="9521547" y="4944369"/>
            <a:ext cx="2500685" cy="606192"/>
          </a:xfrm>
          <a:prstGeom prst="rect">
            <a:avLst/>
          </a:prstGeom>
          <a:noFill/>
          <a:ln>
            <a:noFill/>
          </a:ln>
        </p:spPr>
        <p:txBody>
          <a:bodyPr wrap="none" lIns="0" tIns="0" rIns="0" bIns="0" rtlCol="0">
            <a:spAutoFit/>
          </a:bodyPr>
          <a:lstStyle/>
          <a:p>
            <a:pPr>
              <a:lnSpc>
                <a:spcPct val="120000"/>
              </a:lnSpc>
            </a:pPr>
            <a:r>
              <a:rPr lang="en-GB" sz="1700" dirty="0"/>
              <a:t>Recall on minority class of</a:t>
            </a:r>
          </a:p>
          <a:p>
            <a:pPr algn="l">
              <a:lnSpc>
                <a:spcPct val="120000"/>
              </a:lnSpc>
            </a:pPr>
            <a:r>
              <a:rPr lang="en-GB" sz="1700" dirty="0"/>
              <a:t>Extremely Imbalanced data</a:t>
            </a:r>
          </a:p>
        </p:txBody>
      </p:sp>
    </p:spTree>
    <p:extLst>
      <p:ext uri="{BB962C8B-B14F-4D97-AF65-F5344CB8AC3E}">
        <p14:creationId xmlns:p14="http://schemas.microsoft.com/office/powerpoint/2010/main" val="420219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C65F6-712E-BEB0-84FB-74FB98B9DE59}"/>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E8FDAF3-5E06-3433-1179-3EF63AE212E1}"/>
              </a:ext>
            </a:extLst>
          </p:cNvPr>
          <p:cNvSpPr>
            <a:spLocks noGrp="1"/>
          </p:cNvSpPr>
          <p:nvPr>
            <p:ph type="dt" sz="half" idx="10"/>
          </p:nvPr>
        </p:nvSpPr>
        <p:spPr/>
        <p:txBody>
          <a:bodyPr/>
          <a:lstStyle/>
          <a:p>
            <a:fld id="{04CAA61E-7AEC-D342-8104-4DFD59E7350E}" type="datetime1">
              <a:rPr lang="en-US" smtClean="0"/>
              <a:t>9/25/25</a:t>
            </a:fld>
            <a:endParaRPr lang="en-US"/>
          </a:p>
        </p:txBody>
      </p:sp>
      <p:sp>
        <p:nvSpPr>
          <p:cNvPr id="3" name="Fußzeilenplatzhalter 2">
            <a:extLst>
              <a:ext uri="{FF2B5EF4-FFF2-40B4-BE49-F238E27FC236}">
                <a16:creationId xmlns:a16="http://schemas.microsoft.com/office/drawing/2014/main" id="{EBB6981C-3681-5327-ADEA-62F8E9475EB1}"/>
              </a:ext>
            </a:extLst>
          </p:cNvPr>
          <p:cNvSpPr>
            <a:spLocks noGrp="1"/>
          </p:cNvSpPr>
          <p:nvPr>
            <p:ph type="ftr" sz="quarter" idx="11"/>
          </p:nvPr>
        </p:nvSpPr>
        <p:spPr/>
        <p:txBody>
          <a:bodyPr/>
          <a:lstStyle/>
          <a:p>
            <a:r>
              <a:rPr lang="en-GB" dirty="0"/>
              <a:t>Tom Morgenstern</a:t>
            </a:r>
            <a:r>
              <a:rPr lang="en-US" dirty="0"/>
              <a:t> &amp; Tianxiang Lu</a:t>
            </a:r>
            <a:endParaRPr lang="en-GB" dirty="0"/>
          </a:p>
        </p:txBody>
      </p:sp>
      <p:sp>
        <p:nvSpPr>
          <p:cNvPr id="4" name="Foliennummernplatzhalter 3">
            <a:extLst>
              <a:ext uri="{FF2B5EF4-FFF2-40B4-BE49-F238E27FC236}">
                <a16:creationId xmlns:a16="http://schemas.microsoft.com/office/drawing/2014/main" id="{9D975EC7-FE9B-9F6A-E5A9-A21EBF28BADA}"/>
              </a:ext>
            </a:extLst>
          </p:cNvPr>
          <p:cNvSpPr>
            <a:spLocks noGrp="1"/>
          </p:cNvSpPr>
          <p:nvPr>
            <p:ph type="sldNum" sz="quarter" idx="12"/>
          </p:nvPr>
        </p:nvSpPr>
        <p:spPr/>
        <p:txBody>
          <a:bodyPr/>
          <a:lstStyle/>
          <a:p>
            <a:fld id="{19C38A61-2AC7-4B0E-B80F-DDADD701BB40}" type="slidenum">
              <a:rPr lang="en-US" smtClean="0"/>
              <a:pPr/>
              <a:t>15</a:t>
            </a:fld>
            <a:endParaRPr lang="en-US"/>
          </a:p>
        </p:txBody>
      </p:sp>
      <p:sp>
        <p:nvSpPr>
          <p:cNvPr id="7" name="Titel 6">
            <a:extLst>
              <a:ext uri="{FF2B5EF4-FFF2-40B4-BE49-F238E27FC236}">
                <a16:creationId xmlns:a16="http://schemas.microsoft.com/office/drawing/2014/main" id="{4D5EA275-7FFD-B2FE-A8DA-B84888628DAF}"/>
              </a:ext>
            </a:extLst>
          </p:cNvPr>
          <p:cNvSpPr>
            <a:spLocks noGrp="1"/>
          </p:cNvSpPr>
          <p:nvPr>
            <p:ph type="title"/>
          </p:nvPr>
        </p:nvSpPr>
        <p:spPr>
          <a:xfrm>
            <a:off x="420792" y="446959"/>
            <a:ext cx="8483496" cy="1063186"/>
          </a:xfrm>
        </p:spPr>
        <p:txBody>
          <a:bodyPr/>
          <a:lstStyle/>
          <a:p>
            <a:r>
              <a:rPr lang="en-US" cap="none" dirty="0"/>
              <a:t>Explainability</a:t>
            </a:r>
          </a:p>
        </p:txBody>
      </p:sp>
      <p:sp>
        <p:nvSpPr>
          <p:cNvPr id="9" name="TextBox 8">
            <a:extLst>
              <a:ext uri="{FF2B5EF4-FFF2-40B4-BE49-F238E27FC236}">
                <a16:creationId xmlns:a16="http://schemas.microsoft.com/office/drawing/2014/main" id="{1E0ED769-8C06-DCD7-170F-477620391196}"/>
              </a:ext>
            </a:extLst>
          </p:cNvPr>
          <p:cNvSpPr txBox="1"/>
          <p:nvPr/>
        </p:nvSpPr>
        <p:spPr>
          <a:xfrm>
            <a:off x="681028" y="6219631"/>
            <a:ext cx="2670871" cy="206275"/>
          </a:xfrm>
          <a:prstGeom prst="rect">
            <a:avLst/>
          </a:prstGeom>
          <a:noFill/>
          <a:ln>
            <a:noFill/>
          </a:ln>
        </p:spPr>
        <p:txBody>
          <a:bodyPr wrap="square" lIns="0" tIns="0" rIns="0" bIns="0" rtlCol="0">
            <a:spAutoFit/>
          </a:bodyPr>
          <a:lstStyle/>
          <a:p>
            <a:pPr>
              <a:lnSpc>
                <a:spcPct val="120000"/>
              </a:lnSpc>
            </a:pPr>
            <a:r>
              <a:rPr lang="en-GB" sz="1200" dirty="0">
                <a:ea typeface="Source Sans Pro"/>
              </a:rPr>
              <a:t>Fig. 4. SHAP Summary of 3 models</a:t>
            </a:r>
          </a:p>
        </p:txBody>
      </p:sp>
      <p:pic>
        <p:nvPicPr>
          <p:cNvPr id="17" name="Picture 16" descr="A screen shot of a graph&#10;&#10;AI-generated content may be incorrect.">
            <a:extLst>
              <a:ext uri="{FF2B5EF4-FFF2-40B4-BE49-F238E27FC236}">
                <a16:creationId xmlns:a16="http://schemas.microsoft.com/office/drawing/2014/main" id="{2EECA877-934A-0407-C6EE-7D4CA17AC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962" y="1334866"/>
            <a:ext cx="4278683" cy="5237962"/>
          </a:xfrm>
          <a:prstGeom prst="rect">
            <a:avLst/>
          </a:prstGeom>
        </p:spPr>
      </p:pic>
      <p:pic>
        <p:nvPicPr>
          <p:cNvPr id="19" name="Picture 18" descr="A screen shot of a graph&#10;&#10;AI-generated content may be incorrect.">
            <a:extLst>
              <a:ext uri="{FF2B5EF4-FFF2-40B4-BE49-F238E27FC236}">
                <a16:creationId xmlns:a16="http://schemas.microsoft.com/office/drawing/2014/main" id="{D2674814-A482-751F-2CD5-9A8E951623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0278" y="1334866"/>
            <a:ext cx="4278684" cy="5237962"/>
          </a:xfrm>
          <a:prstGeom prst="rect">
            <a:avLst/>
          </a:prstGeom>
        </p:spPr>
      </p:pic>
      <p:pic>
        <p:nvPicPr>
          <p:cNvPr id="21" name="Picture 20" descr="A line graph with lines and dots&#10;&#10;AI-generated content may be incorrect.">
            <a:extLst>
              <a:ext uri="{FF2B5EF4-FFF2-40B4-BE49-F238E27FC236}">
                <a16:creationId xmlns:a16="http://schemas.microsoft.com/office/drawing/2014/main" id="{5E0663E6-3A8E-BC44-D75A-76C2371AFA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964" y="1778069"/>
            <a:ext cx="3416541" cy="4064936"/>
          </a:xfrm>
          <a:prstGeom prst="rect">
            <a:avLst/>
          </a:prstGeom>
        </p:spPr>
      </p:pic>
      <p:sp>
        <p:nvSpPr>
          <p:cNvPr id="23" name="TextBox 22">
            <a:extLst>
              <a:ext uri="{FF2B5EF4-FFF2-40B4-BE49-F238E27FC236}">
                <a16:creationId xmlns:a16="http://schemas.microsoft.com/office/drawing/2014/main" id="{9B708850-F61E-E490-7805-A75DB9D6C681}"/>
              </a:ext>
            </a:extLst>
          </p:cNvPr>
          <p:cNvSpPr txBox="1"/>
          <p:nvPr/>
        </p:nvSpPr>
        <p:spPr>
          <a:xfrm>
            <a:off x="2932879" y="68891"/>
            <a:ext cx="7568433" cy="1200329"/>
          </a:xfrm>
          <a:prstGeom prst="rect">
            <a:avLst/>
          </a:prstGeom>
          <a:noFill/>
          <a:ln>
            <a:noFill/>
          </a:ln>
        </p:spPr>
        <p:txBody>
          <a:bodyPr wrap="square">
            <a:spAutoFit/>
          </a:bodyPr>
          <a:lstStyle/>
          <a:p>
            <a:r>
              <a:rPr lang="en-GB" dirty="0"/>
              <a:t>Colour -&gt; the feature value for that commit: red -&gt;  high, blue -&gt; low</a:t>
            </a:r>
          </a:p>
          <a:p>
            <a:r>
              <a:rPr lang="en-GB" dirty="0"/>
              <a:t>Points position: right </a:t>
            </a:r>
            <a:r>
              <a:rPr lang="en-GB" dirty="0">
                <a:sym typeface="Wingdings" pitchFamily="2" charset="2"/>
              </a:rPr>
              <a:t> </a:t>
            </a:r>
            <a:r>
              <a:rPr lang="en-GB" dirty="0"/>
              <a:t>debt,  left</a:t>
            </a:r>
            <a:r>
              <a:rPr lang="en-GB" dirty="0">
                <a:sym typeface="Wingdings" pitchFamily="2" charset="2"/>
              </a:rPr>
              <a:t> non-debt</a:t>
            </a:r>
          </a:p>
          <a:p>
            <a:r>
              <a:rPr lang="en-GB" dirty="0">
                <a:sym typeface="Wingdings" pitchFamily="2" charset="2"/>
              </a:rPr>
              <a:t>Shape thick  variation, thin  strong consistent influence</a:t>
            </a:r>
          </a:p>
          <a:p>
            <a:r>
              <a:rPr lang="en-GB" dirty="0">
                <a:sym typeface="Wingdings" pitchFamily="2" charset="2"/>
              </a:rPr>
              <a:t>Separation / clustering of colour  Strong correlation</a:t>
            </a:r>
            <a:endParaRPr lang="en-GB" dirty="0"/>
          </a:p>
        </p:txBody>
      </p:sp>
      <p:sp>
        <p:nvSpPr>
          <p:cNvPr id="28" name="Rectangle 27">
            <a:extLst>
              <a:ext uri="{FF2B5EF4-FFF2-40B4-BE49-F238E27FC236}">
                <a16:creationId xmlns:a16="http://schemas.microsoft.com/office/drawing/2014/main" id="{A4FD3B93-94FB-B439-1B89-15EED5D8C3C5}"/>
              </a:ext>
            </a:extLst>
          </p:cNvPr>
          <p:cNvSpPr/>
          <p:nvPr/>
        </p:nvSpPr>
        <p:spPr>
          <a:xfrm>
            <a:off x="4989712" y="1600880"/>
            <a:ext cx="2180186" cy="251152"/>
          </a:xfrm>
          <a:prstGeom prst="rect">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29" name="Rectangle 28">
            <a:extLst>
              <a:ext uri="{FF2B5EF4-FFF2-40B4-BE49-F238E27FC236}">
                <a16:creationId xmlns:a16="http://schemas.microsoft.com/office/drawing/2014/main" id="{B4A4E56E-46ED-3E10-FD75-94873B6CE677}"/>
              </a:ext>
            </a:extLst>
          </p:cNvPr>
          <p:cNvSpPr/>
          <p:nvPr/>
        </p:nvSpPr>
        <p:spPr>
          <a:xfrm>
            <a:off x="4989712" y="2081493"/>
            <a:ext cx="2180186" cy="251152"/>
          </a:xfrm>
          <a:prstGeom prst="rect">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0" name="Rectangle 29">
            <a:extLst>
              <a:ext uri="{FF2B5EF4-FFF2-40B4-BE49-F238E27FC236}">
                <a16:creationId xmlns:a16="http://schemas.microsoft.com/office/drawing/2014/main" id="{17E95BC1-AA80-1596-0D0D-E882A95180A6}"/>
              </a:ext>
            </a:extLst>
          </p:cNvPr>
          <p:cNvSpPr/>
          <p:nvPr/>
        </p:nvSpPr>
        <p:spPr>
          <a:xfrm>
            <a:off x="4856362" y="4076008"/>
            <a:ext cx="2180186" cy="251152"/>
          </a:xfrm>
          <a:prstGeom prst="rect">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1" name="Rectangle 30">
            <a:extLst>
              <a:ext uri="{FF2B5EF4-FFF2-40B4-BE49-F238E27FC236}">
                <a16:creationId xmlns:a16="http://schemas.microsoft.com/office/drawing/2014/main" id="{E004F09F-75C4-9DAB-C5D5-0278E8A6FA90}"/>
              </a:ext>
            </a:extLst>
          </p:cNvPr>
          <p:cNvSpPr/>
          <p:nvPr/>
        </p:nvSpPr>
        <p:spPr>
          <a:xfrm>
            <a:off x="7658962" y="1852033"/>
            <a:ext cx="3635261" cy="1176918"/>
          </a:xfrm>
          <a:prstGeom prst="rect">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4288437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D5C7403-12B0-0441-8276-06BEEC8A34C6}"/>
              </a:ext>
            </a:extLst>
          </p:cNvPr>
          <p:cNvSpPr>
            <a:spLocks noGrp="1"/>
          </p:cNvSpPr>
          <p:nvPr>
            <p:ph type="ftr" sz="quarter" idx="11"/>
          </p:nvPr>
        </p:nvSpPr>
        <p:spPr/>
        <p:txBody>
          <a:bodyPr/>
          <a:lstStyle/>
          <a:p>
            <a:r>
              <a:rPr lang="en-GB" dirty="0"/>
              <a:t>Tom Morgenstern</a:t>
            </a:r>
            <a:r>
              <a:rPr lang="en-US" dirty="0"/>
              <a:t> &amp; Tianxiang Lu</a:t>
            </a:r>
            <a:endParaRPr lang="en-GB" dirty="0"/>
          </a:p>
        </p:txBody>
      </p:sp>
      <p:sp>
        <p:nvSpPr>
          <p:cNvPr id="4" name="Foliennummernplatzhalter 3">
            <a:extLst>
              <a:ext uri="{FF2B5EF4-FFF2-40B4-BE49-F238E27FC236}">
                <a16:creationId xmlns:a16="http://schemas.microsoft.com/office/drawing/2014/main" id="{9B994DD7-08AD-2547-B6CB-34A28BD3ACEF}"/>
              </a:ext>
            </a:extLst>
          </p:cNvPr>
          <p:cNvSpPr>
            <a:spLocks noGrp="1"/>
          </p:cNvSpPr>
          <p:nvPr>
            <p:ph type="sldNum" sz="quarter" idx="12"/>
          </p:nvPr>
        </p:nvSpPr>
        <p:spPr/>
        <p:txBody>
          <a:bodyPr/>
          <a:lstStyle/>
          <a:p>
            <a:fld id="{19C38A61-2AC7-4B0E-B80F-DDADD701BB40}" type="slidenum">
              <a:rPr lang="de-DE" smtClean="0"/>
              <a:pPr/>
              <a:t>16</a:t>
            </a:fld>
            <a:endParaRPr lang="de-DE"/>
          </a:p>
        </p:txBody>
      </p:sp>
      <p:sp>
        <p:nvSpPr>
          <p:cNvPr id="14" name="Titel 6">
            <a:extLst>
              <a:ext uri="{FF2B5EF4-FFF2-40B4-BE49-F238E27FC236}">
                <a16:creationId xmlns:a16="http://schemas.microsoft.com/office/drawing/2014/main" id="{99ADB308-1D04-0D4B-A2DB-E0119A4AE9C4}"/>
              </a:ext>
            </a:extLst>
          </p:cNvPr>
          <p:cNvSpPr>
            <a:spLocks noGrp="1"/>
          </p:cNvSpPr>
          <p:nvPr>
            <p:ph type="title"/>
          </p:nvPr>
        </p:nvSpPr>
        <p:spPr>
          <a:xfrm>
            <a:off x="420792" y="446959"/>
            <a:ext cx="8483496" cy="830997"/>
          </a:xfrm>
        </p:spPr>
        <p:txBody>
          <a:bodyPr/>
          <a:lstStyle/>
          <a:p>
            <a:r>
              <a:rPr lang="en-US" cap="none" noProof="0" dirty="0"/>
              <a:t>Take away &amp; Next Steps </a:t>
            </a:r>
          </a:p>
        </p:txBody>
      </p:sp>
      <p:sp>
        <p:nvSpPr>
          <p:cNvPr id="6" name="Datumsplatzhalter 1">
            <a:extLst>
              <a:ext uri="{FF2B5EF4-FFF2-40B4-BE49-F238E27FC236}">
                <a16:creationId xmlns:a16="http://schemas.microsoft.com/office/drawing/2014/main" id="{06DC523C-DA4C-FA93-FDF2-BD1F9F421FF1}"/>
              </a:ext>
            </a:extLst>
          </p:cNvPr>
          <p:cNvSpPr>
            <a:spLocks noGrp="1"/>
          </p:cNvSpPr>
          <p:nvPr>
            <p:ph type="dt" sz="half" idx="10"/>
          </p:nvPr>
        </p:nvSpPr>
        <p:spPr>
          <a:xfrm>
            <a:off x="447028" y="6667836"/>
            <a:ext cx="468000" cy="135423"/>
          </a:xfrm>
        </p:spPr>
        <p:txBody>
          <a:bodyPr/>
          <a:lstStyle/>
          <a:p>
            <a:fld id="{04CAA61E-7AEC-D342-8104-4DFD59E7350E}" type="datetime1">
              <a:rPr lang="en-US" smtClean="0"/>
              <a:t>9/25/25</a:t>
            </a:fld>
            <a:endParaRPr lang="en-US"/>
          </a:p>
        </p:txBody>
      </p:sp>
      <p:graphicFrame>
        <p:nvGraphicFramePr>
          <p:cNvPr id="20" name="Diagram 19">
            <a:extLst>
              <a:ext uri="{FF2B5EF4-FFF2-40B4-BE49-F238E27FC236}">
                <a16:creationId xmlns:a16="http://schemas.microsoft.com/office/drawing/2014/main" id="{68EDCBEB-E7DF-0210-68FB-C359DEE8A611}"/>
              </a:ext>
            </a:extLst>
          </p:cNvPr>
          <p:cNvGraphicFramePr/>
          <p:nvPr>
            <p:extLst>
              <p:ext uri="{D42A27DB-BD31-4B8C-83A1-F6EECF244321}">
                <p14:modId xmlns:p14="http://schemas.microsoft.com/office/powerpoint/2010/main" val="1984756549"/>
              </p:ext>
            </p:extLst>
          </p:nvPr>
        </p:nvGraphicFramePr>
        <p:xfrm>
          <a:off x="447029" y="942976"/>
          <a:ext cx="11197284" cy="5468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5097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7AE0D-AAC7-BE8F-13FA-5D0039FD80F4}"/>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94BB1DA2-EC2D-0CF9-0702-38A7FE46F5AB}"/>
              </a:ext>
            </a:extLst>
          </p:cNvPr>
          <p:cNvSpPr>
            <a:spLocks noGrp="1"/>
          </p:cNvSpPr>
          <p:nvPr>
            <p:ph type="body" sz="quarter" idx="19"/>
          </p:nvPr>
        </p:nvSpPr>
        <p:spPr/>
        <p:txBody>
          <a:bodyPr/>
          <a:lstStyle/>
          <a:p>
            <a:r>
              <a:rPr lang="de-DE" sz="1200" dirty="0"/>
              <a:t>Tom Morgenstern &amp; </a:t>
            </a:r>
            <a:r>
              <a:rPr lang="de-DE" sz="1200" dirty="0">
                <a:ea typeface="Source Sans Pro Bold"/>
              </a:rPr>
              <a:t>Tianxiang Lu</a:t>
            </a:r>
          </a:p>
        </p:txBody>
      </p:sp>
      <p:sp>
        <p:nvSpPr>
          <p:cNvPr id="6" name="TextBox 5">
            <a:extLst>
              <a:ext uri="{FF2B5EF4-FFF2-40B4-BE49-F238E27FC236}">
                <a16:creationId xmlns:a16="http://schemas.microsoft.com/office/drawing/2014/main" id="{139629A5-B74A-157D-0B3D-11249DEBCE66}"/>
              </a:ext>
            </a:extLst>
          </p:cNvPr>
          <p:cNvSpPr txBox="1"/>
          <p:nvPr/>
        </p:nvSpPr>
        <p:spPr>
          <a:xfrm>
            <a:off x="3356744" y="2900429"/>
            <a:ext cx="8501881" cy="3504806"/>
          </a:xfrm>
          <a:prstGeom prst="rect">
            <a:avLst/>
          </a:prstGeom>
          <a:noFill/>
          <a:ln>
            <a:noFill/>
          </a:ln>
        </p:spPr>
        <p:txBody>
          <a:bodyPr wrap="square" lIns="0" tIns="0" rIns="0" bIns="0" rtlCol="0">
            <a:spAutoFit/>
          </a:bodyPr>
          <a:lstStyle/>
          <a:p>
            <a:pPr>
              <a:lnSpc>
                <a:spcPct val="120000"/>
              </a:lnSpc>
            </a:pPr>
            <a:r>
              <a:rPr lang="en-GB" sz="3200" b="1" i="1" dirty="0">
                <a:solidFill>
                  <a:schemeClr val="tx2"/>
                </a:solidFill>
              </a:rPr>
              <a:t>Conclusion</a:t>
            </a:r>
            <a:endParaRPr lang="en-GB" sz="3200" i="1" dirty="0">
              <a:solidFill>
                <a:schemeClr val="tx2"/>
              </a:solidFill>
            </a:endParaRPr>
          </a:p>
          <a:p>
            <a:pPr marL="457200" indent="-457200">
              <a:lnSpc>
                <a:spcPct val="120000"/>
              </a:lnSpc>
              <a:buFont typeface="Arial" panose="020B0604020202020204" pitchFamily="34" charset="0"/>
              <a:buChar char="•"/>
            </a:pPr>
            <a:r>
              <a:rPr lang="en-GB" sz="3200" i="1" dirty="0">
                <a:solidFill>
                  <a:schemeClr val="tx2"/>
                </a:solidFill>
              </a:rPr>
              <a:t>Commit-level technical debt can be predicted using explainable gradient-boosted models.</a:t>
            </a:r>
          </a:p>
          <a:p>
            <a:pPr marL="457200" indent="-457200">
              <a:lnSpc>
                <a:spcPct val="120000"/>
              </a:lnSpc>
              <a:buFont typeface="Arial" panose="020B0604020202020204" pitchFamily="34" charset="0"/>
              <a:buChar char="•"/>
            </a:pPr>
            <a:r>
              <a:rPr lang="en-GB" sz="3200" i="1" dirty="0">
                <a:solidFill>
                  <a:schemeClr val="tx2"/>
                </a:solidFill>
              </a:rPr>
              <a:t>Key drivers—complexity growth, code churn, and author count—provide actionable insights for DevOps adoption.</a:t>
            </a:r>
          </a:p>
        </p:txBody>
      </p:sp>
      <p:pic>
        <p:nvPicPr>
          <p:cNvPr id="3" name="Grafik 5" descr="Ein Bild, das Grafiken, Schrift, Symbol, Grafikdesign enthält.&#10;&#10;KI-generierte Inhalte können fehlerhaft sein.">
            <a:extLst>
              <a:ext uri="{FF2B5EF4-FFF2-40B4-BE49-F238E27FC236}">
                <a16:creationId xmlns:a16="http://schemas.microsoft.com/office/drawing/2014/main" id="{C305372A-A5FA-E23B-4CD0-057F00F87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248" y="3677986"/>
            <a:ext cx="1949691" cy="1949691"/>
          </a:xfrm>
          <a:prstGeom prst="rect">
            <a:avLst/>
          </a:prstGeom>
        </p:spPr>
      </p:pic>
    </p:spTree>
    <p:extLst>
      <p:ext uri="{BB962C8B-B14F-4D97-AF65-F5344CB8AC3E}">
        <p14:creationId xmlns:p14="http://schemas.microsoft.com/office/powerpoint/2010/main" val="3264840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B880-194B-2778-9BDE-CD533AD13F9C}"/>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99528A1-A633-79F9-CCE1-1E2180643DAB}"/>
              </a:ext>
            </a:extLst>
          </p:cNvPr>
          <p:cNvSpPr>
            <a:spLocks noGrp="1"/>
          </p:cNvSpPr>
          <p:nvPr>
            <p:ph type="dt" sz="half" idx="10"/>
          </p:nvPr>
        </p:nvSpPr>
        <p:spPr/>
        <p:txBody>
          <a:bodyPr/>
          <a:lstStyle/>
          <a:p>
            <a:fld id="{C1F6E0D2-EE34-EA4B-A3FA-4E5E952E1C17}" type="datetime1">
              <a:rPr lang="en-US" smtClean="0"/>
              <a:t>9/25/25</a:t>
            </a:fld>
            <a:endParaRPr lang="en-US"/>
          </a:p>
        </p:txBody>
      </p:sp>
      <p:sp>
        <p:nvSpPr>
          <p:cNvPr id="4" name="Foliennummernplatzhalter 3">
            <a:extLst>
              <a:ext uri="{FF2B5EF4-FFF2-40B4-BE49-F238E27FC236}">
                <a16:creationId xmlns:a16="http://schemas.microsoft.com/office/drawing/2014/main" id="{4D877DD1-8E42-9C55-44B9-6BFE3E13EF79}"/>
              </a:ext>
            </a:extLst>
          </p:cNvPr>
          <p:cNvSpPr>
            <a:spLocks noGrp="1"/>
          </p:cNvSpPr>
          <p:nvPr>
            <p:ph type="sldNum" sz="quarter" idx="12"/>
          </p:nvPr>
        </p:nvSpPr>
        <p:spPr/>
        <p:txBody>
          <a:bodyPr/>
          <a:lstStyle/>
          <a:p>
            <a:fld id="{19C38A61-2AC7-4B0E-B80F-DDADD701BB40}" type="slidenum">
              <a:rPr lang="en-US" smtClean="0"/>
              <a:pPr/>
              <a:t>18</a:t>
            </a:fld>
            <a:endParaRPr lang="en-US"/>
          </a:p>
        </p:txBody>
      </p:sp>
      <p:sp>
        <p:nvSpPr>
          <p:cNvPr id="9" name="Fußzeilenplatzhalter 2">
            <a:extLst>
              <a:ext uri="{FF2B5EF4-FFF2-40B4-BE49-F238E27FC236}">
                <a16:creationId xmlns:a16="http://schemas.microsoft.com/office/drawing/2014/main" id="{0B752159-0E8A-3B72-08BC-9D9BC3BEA5B6}"/>
              </a:ext>
            </a:extLst>
          </p:cNvPr>
          <p:cNvSpPr>
            <a:spLocks noGrp="1"/>
          </p:cNvSpPr>
          <p:nvPr>
            <p:ph type="ftr" sz="quarter" idx="11"/>
          </p:nvPr>
        </p:nvSpPr>
        <p:spPr>
          <a:xfrm>
            <a:off x="1445977" y="6667837"/>
            <a:ext cx="10474325" cy="135422"/>
          </a:xfrm>
        </p:spPr>
        <p:txBody>
          <a:bodyPr/>
          <a:lstStyle/>
          <a:p>
            <a:r>
              <a:rPr lang="en-GB" dirty="0"/>
              <a:t>Tom Morgenstern</a:t>
            </a:r>
            <a:r>
              <a:rPr lang="en-US" dirty="0"/>
              <a:t> &amp; Tianxiang Lu</a:t>
            </a:r>
            <a:endParaRPr lang="en-GB" dirty="0"/>
          </a:p>
        </p:txBody>
      </p:sp>
      <p:sp>
        <p:nvSpPr>
          <p:cNvPr id="14" name="Titel 6">
            <a:extLst>
              <a:ext uri="{FF2B5EF4-FFF2-40B4-BE49-F238E27FC236}">
                <a16:creationId xmlns:a16="http://schemas.microsoft.com/office/drawing/2014/main" id="{8BDC85B6-D1F9-E9E9-BB48-E54905B7A545}"/>
              </a:ext>
            </a:extLst>
          </p:cNvPr>
          <p:cNvSpPr txBox="1">
            <a:spLocks/>
          </p:cNvSpPr>
          <p:nvPr/>
        </p:nvSpPr>
        <p:spPr>
          <a:xfrm>
            <a:off x="514936" y="459801"/>
            <a:ext cx="8483496" cy="830997"/>
          </a:xfrm>
          <a:prstGeom prst="rect">
            <a:avLst/>
          </a:prstGeom>
          <a:noFill/>
        </p:spPr>
        <p:txBody>
          <a:bodyPr wrap="square" lIns="0" tIns="0" rIns="0" bIns="0">
            <a:noAutofit/>
          </a:bodyPr>
          <a:lstStyle>
            <a:lvl1pPr algn="l" defTabSz="914400" rtl="0" eaLnBrk="1" latinLnBrk="0" hangingPunct="1">
              <a:lnSpc>
                <a:spcPct val="90000"/>
              </a:lnSpc>
              <a:spcBef>
                <a:spcPct val="0"/>
              </a:spcBef>
              <a:buNone/>
              <a:defRPr lang="de-DE" sz="2400" kern="1200" cap="all" spc="-20" baseline="0" smtClean="0">
                <a:solidFill>
                  <a:schemeClr val="tx1"/>
                </a:solidFill>
                <a:latin typeface="Source Sans Pro Bold" panose="020B0703030503020204" pitchFamily="34" charset="0"/>
                <a:ea typeface="+mj-ea"/>
                <a:cs typeface="+mj-cs"/>
              </a:defRPr>
            </a:lvl1pPr>
          </a:lstStyle>
          <a:p>
            <a:r>
              <a:rPr lang="en-GB" dirty="0"/>
              <a:t>References</a:t>
            </a:r>
            <a:endParaRPr lang="en-US" cap="none" dirty="0"/>
          </a:p>
        </p:txBody>
      </p:sp>
      <p:sp>
        <p:nvSpPr>
          <p:cNvPr id="5" name="Inhaltsplatzhalter 4">
            <a:extLst>
              <a:ext uri="{FF2B5EF4-FFF2-40B4-BE49-F238E27FC236}">
                <a16:creationId xmlns:a16="http://schemas.microsoft.com/office/drawing/2014/main" id="{ACF23FDA-CEEA-8A0C-1B08-665FC2A1DFAA}"/>
              </a:ext>
            </a:extLst>
          </p:cNvPr>
          <p:cNvSpPr txBox="1">
            <a:spLocks/>
          </p:cNvSpPr>
          <p:nvPr/>
        </p:nvSpPr>
        <p:spPr>
          <a:xfrm>
            <a:off x="447028" y="1035050"/>
            <a:ext cx="11230036" cy="4787900"/>
          </a:xfrm>
          <a:prstGeom prst="rect">
            <a:avLst/>
          </a:prstGeom>
        </p:spPr>
        <p:txBody>
          <a:bodyPr/>
          <a:lstStyle>
            <a:lvl1pPr marL="18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1pPr>
            <a:lvl2pPr marL="35872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2pPr>
            <a:lvl3pPr marL="540000" marR="0" indent="-180000" algn="l" defTabSz="914400" rtl="0" eaLnBrk="1" fontAlgn="auto" latinLnBrk="0" hangingPunct="1">
              <a:lnSpc>
                <a:spcPct val="120000"/>
              </a:lnSpc>
              <a:spcBef>
                <a:spcPts val="0"/>
              </a:spcBef>
              <a:spcAft>
                <a:spcPts val="400"/>
              </a:spcAft>
              <a:buClr>
                <a:schemeClr val="accent5"/>
              </a:buClr>
              <a:buSzPct val="120000"/>
              <a:buFont typeface="Symbol" pitchFamily="2" charset="2"/>
              <a:buChar char="-"/>
              <a:tabLst/>
              <a:defRPr sz="1700" kern="1200" baseline="0">
                <a:solidFill>
                  <a:schemeClr val="tx1"/>
                </a:solidFill>
                <a:latin typeface="+mn-lt"/>
                <a:ea typeface="+mn-ea"/>
                <a:cs typeface="+mn-cs"/>
              </a:defRPr>
            </a:lvl3pPr>
            <a:lvl4pPr marL="720675"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4pPr>
            <a:lvl5pPr marL="900000" indent="-180000" algn="l" defTabSz="914400" rtl="0" eaLnBrk="1" latinLnBrk="0" hangingPunct="1">
              <a:lnSpc>
                <a:spcPct val="120000"/>
              </a:lnSpc>
              <a:spcBef>
                <a:spcPts val="0"/>
              </a:spcBef>
              <a:spcAft>
                <a:spcPts val="400"/>
              </a:spcAft>
              <a:buClr>
                <a:schemeClr val="accent5"/>
              </a:buClr>
              <a:buSzPct val="120000"/>
              <a:buFont typeface="Symbol" pitchFamily="2" charset="2"/>
              <a:buChar char="-"/>
              <a:defRPr sz="17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dirty="0" err="1"/>
              <a:t>Avgeriou</a:t>
            </a:r>
            <a:r>
              <a:rPr lang="en-GB" sz="1400" dirty="0"/>
              <a:t>, P., Taibi, D., </a:t>
            </a:r>
            <a:r>
              <a:rPr lang="en-GB" sz="1400" dirty="0" err="1"/>
              <a:t>Ampatzoglou</a:t>
            </a:r>
            <a:r>
              <a:rPr lang="en-GB" sz="1400" dirty="0"/>
              <a:t>, A., </a:t>
            </a:r>
            <a:r>
              <a:rPr lang="en-GB" sz="1400" dirty="0" err="1"/>
              <a:t>Arcelli</a:t>
            </a:r>
            <a:r>
              <a:rPr lang="en-GB" sz="1400" dirty="0"/>
              <a:t> Fontana, F., </a:t>
            </a:r>
            <a:r>
              <a:rPr lang="en-GB" sz="1400" dirty="0" err="1"/>
              <a:t>Besker</a:t>
            </a:r>
            <a:r>
              <a:rPr lang="en-GB" sz="1400" dirty="0"/>
              <a:t>, T., Chatzigeorgiou, A., Lenarduzzi, V., Martini, A., Moschou, A., </a:t>
            </a:r>
            <a:r>
              <a:rPr lang="en-GB" sz="1400" dirty="0" err="1"/>
              <a:t>Pigazzini</a:t>
            </a:r>
            <a:r>
              <a:rPr lang="en-GB" sz="1400" dirty="0"/>
              <a:t>, I., </a:t>
            </a:r>
            <a:r>
              <a:rPr lang="en-GB" sz="1400" dirty="0" err="1"/>
              <a:t>Saarimaki</a:t>
            </a:r>
            <a:r>
              <a:rPr lang="en-GB" sz="1400" dirty="0"/>
              <a:t>, N., Sas, D., de Toledo, S. S., &amp; </a:t>
            </a:r>
            <a:r>
              <a:rPr lang="en-GB" sz="1400" dirty="0" err="1"/>
              <a:t>Tsintzira</a:t>
            </a:r>
            <a:r>
              <a:rPr lang="en-GB" sz="1400" dirty="0"/>
              <a:t>, A.-A. (2021). An overview and comparison of technical debt measurement tools. IEEE Software, 38, 61–71. </a:t>
            </a:r>
            <a:r>
              <a:rPr lang="en-GB" sz="1400" dirty="0">
                <a:hlinkClick r:id="rId2"/>
              </a:rPr>
              <a:t>https://doi.org/10.1109/MS.2020.3024958</a:t>
            </a:r>
            <a:endParaRPr lang="en-GB" sz="1400" dirty="0"/>
          </a:p>
          <a:p>
            <a:r>
              <a:rPr lang="en-GB" sz="1400" dirty="0"/>
              <a:t>Marinescu, R. (2004). Detection strategies: Metrics-based rules for detecting design flaws. In 20th IEEE International Conference on Software Maintenance (ICSM) (pp. 350–359). IEEE. </a:t>
            </a:r>
            <a:r>
              <a:rPr lang="en-GB" sz="1400" dirty="0">
                <a:hlinkClick r:id="rId3"/>
              </a:rPr>
              <a:t>https://doi.org/10.1109/ICSM.2004.1357820</a:t>
            </a:r>
            <a:endParaRPr lang="en-GB" sz="1400" dirty="0"/>
          </a:p>
          <a:p>
            <a:r>
              <a:rPr lang="en-GB" sz="1400" dirty="0"/>
              <a:t>Moha, N., </a:t>
            </a:r>
            <a:r>
              <a:rPr lang="en-GB" sz="1400" dirty="0" err="1"/>
              <a:t>Gueheneuc</a:t>
            </a:r>
            <a:r>
              <a:rPr lang="en-GB" sz="1400" dirty="0"/>
              <a:t>, Y.-G., </a:t>
            </a:r>
            <a:r>
              <a:rPr lang="en-GB" sz="1400" dirty="0" err="1"/>
              <a:t>Duchien</a:t>
            </a:r>
            <a:r>
              <a:rPr lang="en-GB" sz="1400" dirty="0"/>
              <a:t>, L., &amp; Le Meur, A.-F. (2010). DECOR: A method for the specification and detection of code and design smells. IEEE Transactions on Software Engineering, 36(1), 20–36. </a:t>
            </a:r>
            <a:r>
              <a:rPr lang="en-GB" sz="1400" dirty="0">
                <a:hlinkClick r:id="rId4"/>
              </a:rPr>
              <a:t>https://doi.org/10.1109/TSE.2009.50</a:t>
            </a:r>
            <a:endParaRPr lang="en-GB" sz="1400" dirty="0"/>
          </a:p>
          <a:p>
            <a:r>
              <a:rPr lang="en-GB" sz="1400" dirty="0"/>
              <a:t>Potdar, A., &amp; Shihab, E. (2014). An exploratory study on self-admitted technical debt. In 2014 IEEE International Conference on Software Maintenance and Evolution (pp. 91–100). IEEE. </a:t>
            </a:r>
            <a:r>
              <a:rPr lang="en-GB" sz="1400" dirty="0">
                <a:hlinkClick r:id="rId5"/>
              </a:rPr>
              <a:t>https://doi.org/10.1109/ICSME.2014.31</a:t>
            </a:r>
            <a:endParaRPr lang="en-GB" sz="1400" dirty="0"/>
          </a:p>
          <a:p>
            <a:r>
              <a:rPr lang="en-GB" sz="1400" dirty="0"/>
              <a:t>Sas, D., &amp; </a:t>
            </a:r>
            <a:r>
              <a:rPr lang="en-GB" sz="1400" dirty="0" err="1"/>
              <a:t>Avgeriou</a:t>
            </a:r>
            <a:r>
              <a:rPr lang="en-GB" sz="1400" dirty="0"/>
              <a:t>, P. (2023). An architectural technical debt index based on machine learning and architectural smells. IEEE Transactions on Software Engineering, 49, 4169–4195. </a:t>
            </a:r>
            <a:r>
              <a:rPr lang="en-GB" sz="1400" dirty="0">
                <a:hlinkClick r:id="rId6"/>
              </a:rPr>
              <a:t>https://doi.org/10.1109/TSE.2023.3286179</a:t>
            </a:r>
            <a:endParaRPr lang="en-GB" sz="1400" dirty="0"/>
          </a:p>
          <a:p>
            <a:r>
              <a:rPr lang="en-GB" sz="1400" dirty="0" err="1"/>
              <a:t>Sutoyo</a:t>
            </a:r>
            <a:r>
              <a:rPr lang="en-GB" sz="1400" dirty="0"/>
              <a:t>, E., </a:t>
            </a:r>
            <a:r>
              <a:rPr lang="en-GB" sz="1400" dirty="0" err="1"/>
              <a:t>Avgeriou</a:t>
            </a:r>
            <a:r>
              <a:rPr lang="en-GB" sz="1400" dirty="0"/>
              <a:t>, P., &amp; </a:t>
            </a:r>
            <a:r>
              <a:rPr lang="en-GB" sz="1400" dirty="0" err="1"/>
              <a:t>Capiluppi</a:t>
            </a:r>
            <a:r>
              <a:rPr lang="en-GB" sz="1400" dirty="0"/>
              <a:t>, A. (2024). Deep learning and data augmentation for detecting self-admitted technical debt. In 2024 31st Asia-Pacific Software Engineering Conference (APSEC) (pp. 1–10). IEEE. </a:t>
            </a:r>
            <a:r>
              <a:rPr lang="en-GB" sz="1400" dirty="0">
                <a:hlinkClick r:id="rId7"/>
              </a:rPr>
              <a:t>https://doi.org/10.1109/APSEC65559.2024.00022</a:t>
            </a:r>
            <a:endParaRPr lang="en-GB" sz="1400" dirty="0"/>
          </a:p>
          <a:p>
            <a:r>
              <a:rPr lang="en-GB" sz="1400" dirty="0"/>
              <a:t>Tsoukalas, D., Kehagias, D., </a:t>
            </a:r>
            <a:r>
              <a:rPr lang="en-GB" sz="1400" dirty="0" err="1"/>
              <a:t>Siavvas</a:t>
            </a:r>
            <a:r>
              <a:rPr lang="en-GB" sz="1400" dirty="0"/>
              <a:t>, M., &amp; Chatzigeorgiou, A. (2020). Technical debt forecasting: An empirical study on open-source repositories. Journal of Systems and Software, 170, 110777. </a:t>
            </a:r>
            <a:r>
              <a:rPr lang="en-GB" sz="1400" dirty="0">
                <a:hlinkClick r:id="rId8"/>
              </a:rPr>
              <a:t>https://doi.org/10.1016/j.jss.2020.110777</a:t>
            </a:r>
            <a:endParaRPr lang="en-GB" sz="1400" dirty="0"/>
          </a:p>
          <a:p>
            <a:r>
              <a:rPr lang="en-GB" sz="1400" dirty="0"/>
              <a:t>Tsoukalas, D., </a:t>
            </a:r>
            <a:r>
              <a:rPr lang="en-GB" sz="1400" dirty="0" err="1"/>
              <a:t>Mittas</a:t>
            </a:r>
            <a:r>
              <a:rPr lang="en-GB" sz="1400" dirty="0"/>
              <a:t>, N., </a:t>
            </a:r>
            <a:r>
              <a:rPr lang="en-GB" sz="1400" dirty="0" err="1"/>
              <a:t>Arvanitou</a:t>
            </a:r>
            <a:r>
              <a:rPr lang="en-GB" sz="1400" dirty="0"/>
              <a:t>, E.-M., </a:t>
            </a:r>
            <a:r>
              <a:rPr lang="en-GB" sz="1400" dirty="0" err="1"/>
              <a:t>Ampatzoglou</a:t>
            </a:r>
            <a:r>
              <a:rPr lang="en-GB" sz="1400" dirty="0"/>
              <a:t>, A., Chatzigeorgiou, A., &amp; Kehagias, D. (2024). Local and global explainability for technical debt identification. IEEE Transactions on Software Engineering, 50(8), 2110–2123. </a:t>
            </a:r>
            <a:r>
              <a:rPr lang="en-GB" sz="1400" dirty="0">
                <a:hlinkClick r:id="rId9"/>
              </a:rPr>
              <a:t>https://doi.org/10.1109/TSE.2024.3422427</a:t>
            </a:r>
            <a:endParaRPr lang="en-GB" sz="1400" dirty="0"/>
          </a:p>
        </p:txBody>
      </p:sp>
    </p:spTree>
    <p:extLst>
      <p:ext uri="{BB962C8B-B14F-4D97-AF65-F5344CB8AC3E}">
        <p14:creationId xmlns:p14="http://schemas.microsoft.com/office/powerpoint/2010/main" val="4117155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26AA7D5-CF49-6F49-B20B-62515F7FC8EE}"/>
              </a:ext>
            </a:extLst>
          </p:cNvPr>
          <p:cNvSpPr>
            <a:spLocks noGrp="1"/>
          </p:cNvSpPr>
          <p:nvPr>
            <p:ph type="body" sz="quarter" idx="13"/>
          </p:nvPr>
        </p:nvSpPr>
        <p:spPr/>
        <p:txBody>
          <a:bodyPr/>
          <a:lstStyle/>
          <a:p>
            <a:r>
              <a:rPr lang="en-GB" sz="1800" b="1" dirty="0"/>
              <a:t>IU International University of Applied Sciences · IT &amp; Technology</a:t>
            </a:r>
            <a:endParaRPr lang="en-GB" sz="1800" dirty="0"/>
          </a:p>
          <a:p>
            <a:r>
              <a:rPr lang="en-US" dirty="0"/>
              <a:t>
</a:t>
            </a:r>
            <a:r>
              <a:rPr lang="en-GB" sz="1800" dirty="0"/>
              <a:t> Juri-Gagarin-Ring 152 · </a:t>
            </a:r>
          </a:p>
          <a:p>
            <a:r>
              <a:rPr lang="en-GB" sz="1800" dirty="0"/>
              <a:t>99084 Erfurt · German</a:t>
            </a:r>
          </a:p>
          <a:p>
            <a:endParaRPr lang="en-US" dirty="0"/>
          </a:p>
        </p:txBody>
      </p:sp>
      <p:sp>
        <p:nvSpPr>
          <p:cNvPr id="3" name="Textplatzhalter 2">
            <a:extLst>
              <a:ext uri="{FF2B5EF4-FFF2-40B4-BE49-F238E27FC236}">
                <a16:creationId xmlns:a16="http://schemas.microsoft.com/office/drawing/2014/main" id="{342DB58D-4019-F944-81DD-40D965AA5EB4}"/>
              </a:ext>
            </a:extLst>
          </p:cNvPr>
          <p:cNvSpPr>
            <a:spLocks noGrp="1"/>
          </p:cNvSpPr>
          <p:nvPr>
            <p:ph type="body" sz="quarter" idx="14"/>
          </p:nvPr>
        </p:nvSpPr>
        <p:spPr/>
        <p:txBody>
          <a:bodyPr/>
          <a:lstStyle/>
          <a:p>
            <a:r>
              <a:rPr lang="en-GB" dirty="0"/>
              <a:t>Tom Morgenstern </a:t>
            </a:r>
            <a:endParaRPr lang="en-US" dirty="0"/>
          </a:p>
          <a:p>
            <a:r>
              <a:rPr lang="en-US" dirty="0"/>
              <a:t>Professor </a:t>
            </a:r>
            <a:r>
              <a:rPr lang="en-US" dirty="0" err="1"/>
              <a:t>Dr.rer.nat</a:t>
            </a:r>
            <a:r>
              <a:rPr lang="en-US" dirty="0"/>
              <a:t>. Tianxiang Lu </a:t>
            </a:r>
          </a:p>
          <a:p>
            <a:r>
              <a:rPr lang="en-GB" dirty="0">
                <a:hlinkClick r:id="rId3">
                  <a:extLst>
                    <a:ext uri="{A12FA001-AC4F-418D-AE19-62706E023703}">
                      <ahyp:hlinkClr xmlns:ahyp="http://schemas.microsoft.com/office/drawing/2018/hyperlinkcolor" val="tx"/>
                    </a:ext>
                  </a:extLst>
                </a:hlinkClick>
              </a:rPr>
              <a:t>mail@tommorgenstern.com</a:t>
            </a:r>
            <a:endParaRPr lang="en-GB" dirty="0"/>
          </a:p>
          <a:p>
            <a:r>
              <a:rPr lang="en-US" dirty="0">
                <a:hlinkClick r:id="rId4">
                  <a:extLst>
                    <a:ext uri="{A12FA001-AC4F-418D-AE19-62706E023703}">
                      <ahyp:hlinkClr xmlns:ahyp="http://schemas.microsoft.com/office/drawing/2018/hyperlinkcolor" val="tx"/>
                    </a:ext>
                  </a:extLst>
                </a:hlinkClick>
              </a:rPr>
              <a:t>Tianxiang.lu@iu.org</a:t>
            </a:r>
            <a:endParaRPr lang="en-US" dirty="0"/>
          </a:p>
        </p:txBody>
      </p:sp>
      <p:sp>
        <p:nvSpPr>
          <p:cNvPr id="4" name="Titel 3">
            <a:extLst>
              <a:ext uri="{FF2B5EF4-FFF2-40B4-BE49-F238E27FC236}">
                <a16:creationId xmlns:a16="http://schemas.microsoft.com/office/drawing/2014/main" id="{EF16A991-9A8D-414F-AF71-38CE9B0D57B6}"/>
              </a:ext>
            </a:extLst>
          </p:cNvPr>
          <p:cNvSpPr>
            <a:spLocks noGrp="1"/>
          </p:cNvSpPr>
          <p:nvPr>
            <p:ph type="ctrTitle"/>
          </p:nvPr>
        </p:nvSpPr>
        <p:spPr>
          <a:xfrm>
            <a:off x="0" y="2875367"/>
            <a:ext cx="5773926" cy="1125299"/>
          </a:xfrm>
        </p:spPr>
        <p:txBody>
          <a:bodyPr tIns="36000"/>
          <a:lstStyle/>
          <a:p>
            <a:r>
              <a:rPr lang="en-US" dirty="0"/>
              <a:t>Thank you</a:t>
            </a:r>
          </a:p>
        </p:txBody>
      </p:sp>
      <p:sp>
        <p:nvSpPr>
          <p:cNvPr id="10" name="TextBox 9">
            <a:extLst>
              <a:ext uri="{FF2B5EF4-FFF2-40B4-BE49-F238E27FC236}">
                <a16:creationId xmlns:a16="http://schemas.microsoft.com/office/drawing/2014/main" id="{C9B296AC-08A2-44ED-AAEA-53AE60E71542}"/>
              </a:ext>
            </a:extLst>
          </p:cNvPr>
          <p:cNvSpPr txBox="1"/>
          <p:nvPr/>
        </p:nvSpPr>
        <p:spPr>
          <a:xfrm>
            <a:off x="306128" y="1421857"/>
            <a:ext cx="4395434" cy="606192"/>
          </a:xfrm>
          <a:prstGeom prst="rect">
            <a:avLst/>
          </a:prstGeom>
          <a:noFill/>
          <a:ln>
            <a:noFill/>
          </a:ln>
        </p:spPr>
        <p:txBody>
          <a:bodyPr wrap="none" lIns="0" tIns="0" rIns="0" bIns="0" rtlCol="0">
            <a:spAutoFit/>
          </a:bodyPr>
          <a:lstStyle/>
          <a:p>
            <a:pPr>
              <a:lnSpc>
                <a:spcPct val="120000"/>
              </a:lnSpc>
            </a:pPr>
            <a:r>
              <a:rPr lang="en-GB" sz="1700" b="1" dirty="0">
                <a:solidFill>
                  <a:schemeClr val="bg1"/>
                </a:solidFill>
              </a:rPr>
              <a:t>Source Code &amp; Data in </a:t>
            </a:r>
            <a:r>
              <a:rPr lang="en-GB" sz="1700" b="1" dirty="0" err="1">
                <a:solidFill>
                  <a:schemeClr val="bg1"/>
                </a:solidFill>
              </a:rPr>
              <a:t>Github</a:t>
            </a:r>
            <a:r>
              <a:rPr lang="en-GB" sz="1700" b="1" dirty="0">
                <a:solidFill>
                  <a:schemeClr val="bg1"/>
                </a:solidFill>
              </a:rPr>
              <a:t>: </a:t>
            </a:r>
          </a:p>
          <a:p>
            <a:pPr>
              <a:lnSpc>
                <a:spcPct val="120000"/>
              </a:lnSpc>
            </a:pPr>
            <a:r>
              <a:rPr lang="en-GB" sz="1700" b="1" dirty="0">
                <a:solidFill>
                  <a:schemeClr val="bg1"/>
                </a:solidFill>
              </a:rPr>
              <a:t>https://</a:t>
            </a:r>
            <a:r>
              <a:rPr lang="en-GB" sz="1700" b="1" dirty="0" err="1">
                <a:solidFill>
                  <a:schemeClr val="bg1"/>
                </a:solidFill>
              </a:rPr>
              <a:t>github.com</a:t>
            </a:r>
            <a:r>
              <a:rPr lang="en-GB" sz="1700" b="1" dirty="0">
                <a:solidFill>
                  <a:schemeClr val="bg1"/>
                </a:solidFill>
              </a:rPr>
              <a:t>/Prof-it/</a:t>
            </a:r>
            <a:r>
              <a:rPr lang="en-GB" sz="1700" b="1" dirty="0" err="1">
                <a:solidFill>
                  <a:schemeClr val="bg1"/>
                </a:solidFill>
              </a:rPr>
              <a:t>td_prediction_llm</a:t>
            </a:r>
            <a:r>
              <a:rPr lang="en-GB" sz="1700" b="1" dirty="0">
                <a:solidFill>
                  <a:schemeClr val="bg1"/>
                </a:solidFill>
              </a:rPr>
              <a:t> </a:t>
            </a:r>
          </a:p>
        </p:txBody>
      </p:sp>
      <p:pic>
        <p:nvPicPr>
          <p:cNvPr id="12" name="Picture 11" descr="A qr code with black squares&#10;&#10;AI-generated content may be incorrect.">
            <a:extLst>
              <a:ext uri="{FF2B5EF4-FFF2-40B4-BE49-F238E27FC236}">
                <a16:creationId xmlns:a16="http://schemas.microsoft.com/office/drawing/2014/main" id="{5F8E6484-6130-3F91-934A-5D1C8F6B03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8076" y="1421857"/>
            <a:ext cx="3429000" cy="3429000"/>
          </a:xfrm>
          <a:prstGeom prst="rect">
            <a:avLst/>
          </a:prstGeom>
        </p:spPr>
      </p:pic>
    </p:spTree>
    <p:extLst>
      <p:ext uri="{BB962C8B-B14F-4D97-AF65-F5344CB8AC3E}">
        <p14:creationId xmlns:p14="http://schemas.microsoft.com/office/powerpoint/2010/main" val="2517707199"/>
      </p:ext>
    </p:extLst>
  </p:cSld>
  <p:clrMapOvr>
    <a:masterClrMapping/>
  </p:clrMapOvr>
</p:sld>
</file>

<file path=ppt/theme/theme1.xml><?xml version="1.0" encoding="utf-8"?>
<a:theme xmlns:a="http://schemas.openxmlformats.org/drawingml/2006/main" name="IU">
  <a:themeElements>
    <a:clrScheme name="IU Blue">
      <a:dk1>
        <a:srgbClr val="1D1D1F"/>
      </a:dk1>
      <a:lt1>
        <a:srgbClr val="FFFFFF"/>
      </a:lt1>
      <a:dk2>
        <a:srgbClr val="00E8ED"/>
      </a:dk2>
      <a:lt2>
        <a:srgbClr val="C2C2C8"/>
      </a:lt2>
      <a:accent1>
        <a:srgbClr val="4DFBFF"/>
      </a:accent1>
      <a:accent2>
        <a:srgbClr val="575E62"/>
      </a:accent2>
      <a:accent3>
        <a:srgbClr val="C2C2C8"/>
      </a:accent3>
      <a:accent4>
        <a:srgbClr val="8BFCFF"/>
      </a:accent4>
      <a:accent5>
        <a:srgbClr val="AAAEB0"/>
      </a:accent5>
      <a:accent6>
        <a:srgbClr val="E0E0E3"/>
      </a:accent6>
      <a:hlink>
        <a:srgbClr val="575E62"/>
      </a:hlink>
      <a:folHlink>
        <a:srgbClr val="575E62"/>
      </a:folHlink>
    </a:clrScheme>
    <a:fontScheme name="IU">
      <a:majorFont>
        <a:latin typeface="Source Sans Pro 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accent1"/>
          </a:solidFill>
          <a:tailEnd type="none" w="lg" len="sm"/>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lnSpc>
            <a:spcPct val="120000"/>
          </a:lnSpc>
          <a:defRPr sz="1700" dirty="0" smtClean="0"/>
        </a:defPPr>
      </a:lstStyle>
    </a:txDef>
  </a:objectDefaults>
  <a:extraClrSchemeLst>
    <a:extraClrScheme>
      <a:clrScheme name="IU Green">
        <a:dk1>
          <a:srgbClr val="1D1D1F"/>
        </a:dk1>
        <a:lt1>
          <a:srgbClr val="FFFFFF"/>
        </a:lt1>
        <a:dk2>
          <a:srgbClr val="0BF000"/>
        </a:dk2>
        <a:lt2>
          <a:srgbClr val="C2C2C8"/>
        </a:lt2>
        <a:accent1>
          <a:srgbClr val="55FF4D"/>
        </a:accent1>
        <a:accent2>
          <a:srgbClr val="575E62"/>
        </a:accent2>
        <a:accent3>
          <a:srgbClr val="C2C2C8"/>
        </a:accent3>
        <a:accent4>
          <a:srgbClr val="90FF8B"/>
        </a:accent4>
        <a:accent5>
          <a:srgbClr val="AAAEB0"/>
        </a:accent5>
        <a:accent6>
          <a:srgbClr val="E0E0E3"/>
        </a:accent6>
        <a:hlink>
          <a:srgbClr val="575E62"/>
        </a:hlink>
        <a:folHlink>
          <a:srgbClr val="575E62"/>
        </a:folHlink>
      </a:clrScheme>
    </a:extraClrScheme>
    <a:extraClrScheme>
      <a:clrScheme name="IU Pink">
        <a:dk1>
          <a:srgbClr val="1D1D1F"/>
        </a:dk1>
        <a:lt1>
          <a:srgbClr val="FFFFFF"/>
        </a:lt1>
        <a:dk2>
          <a:srgbClr val="E837E4"/>
        </a:dk2>
        <a:lt2>
          <a:srgbClr val="C2C2C8"/>
        </a:lt2>
        <a:accent1>
          <a:srgbClr val="FE4DF9"/>
        </a:accent1>
        <a:accent2>
          <a:srgbClr val="575E62"/>
        </a:accent2>
        <a:accent3>
          <a:srgbClr val="C2C2C8"/>
        </a:accent3>
        <a:accent4>
          <a:srgbClr val="FE8BFB"/>
        </a:accent4>
        <a:accent5>
          <a:srgbClr val="AAAEB0"/>
        </a:accent5>
        <a:accent6>
          <a:srgbClr val="E0E0E3"/>
        </a:accent6>
        <a:hlink>
          <a:srgbClr val="575E62"/>
        </a:hlink>
        <a:folHlink>
          <a:srgbClr val="575E62"/>
        </a:folHlink>
      </a:clrScheme>
    </a:extraClrScheme>
    <a:extraClrScheme>
      <a:clrScheme name="IU Red">
        <a:dk1>
          <a:srgbClr val="1D1D1F"/>
        </a:dk1>
        <a:lt1>
          <a:srgbClr val="FFFFFF"/>
        </a:lt1>
        <a:dk2>
          <a:srgbClr val="E63D4B"/>
        </a:dk2>
        <a:lt2>
          <a:srgbClr val="C2C2C8"/>
        </a:lt2>
        <a:accent1>
          <a:srgbClr val="FF4757"/>
        </a:accent1>
        <a:accent2>
          <a:srgbClr val="575E62"/>
        </a:accent2>
        <a:accent3>
          <a:srgbClr val="C2C2C8"/>
        </a:accent3>
        <a:accent4>
          <a:srgbClr val="FF8792"/>
        </a:accent4>
        <a:accent5>
          <a:srgbClr val="AAAEB0"/>
        </a:accent5>
        <a:accent6>
          <a:srgbClr val="E0E0E3"/>
        </a:accent6>
        <a:hlink>
          <a:srgbClr val="575E62"/>
        </a:hlink>
        <a:folHlink>
          <a:srgbClr val="575E62"/>
        </a:folHlink>
      </a:clrScheme>
    </a:extraClrScheme>
    <a:extraClrScheme>
      <a:clrScheme name="IU Orange">
        <a:dk1>
          <a:srgbClr val="1D1D1F"/>
        </a:dk1>
        <a:lt1>
          <a:srgbClr val="FFFFFF"/>
        </a:lt1>
        <a:dk2>
          <a:srgbClr val="FF8D00"/>
        </a:dk2>
        <a:lt2>
          <a:srgbClr val="C2C2C8"/>
        </a:lt2>
        <a:accent1>
          <a:srgbClr val="FFA73A"/>
        </a:accent1>
        <a:accent2>
          <a:srgbClr val="575E62"/>
        </a:accent2>
        <a:accent3>
          <a:srgbClr val="C2C2C8"/>
        </a:accent3>
        <a:accent4>
          <a:srgbClr val="FFC67F"/>
        </a:accent4>
        <a:accent5>
          <a:srgbClr val="AAAEB0"/>
        </a:accent5>
        <a:accent6>
          <a:srgbClr val="E0E0E3"/>
        </a:accent6>
        <a:hlink>
          <a:srgbClr val="575E62"/>
        </a:hlink>
        <a:folHlink>
          <a:srgbClr val="575E62"/>
        </a:folHlink>
      </a:clrScheme>
    </a:extraClrScheme>
    <a:extraClrScheme>
      <a:clrScheme name="IU Yellow">
        <a:dk1>
          <a:srgbClr val="1D1D1F"/>
        </a:dk1>
        <a:lt1>
          <a:srgbClr val="FFFFFF"/>
        </a:lt1>
        <a:dk2>
          <a:srgbClr val="F0EF00"/>
        </a:dk2>
        <a:lt2>
          <a:srgbClr val="C2C2C8"/>
        </a:lt2>
        <a:accent1>
          <a:srgbClr val="FFFE4E"/>
        </a:accent1>
        <a:accent2>
          <a:srgbClr val="575E62"/>
        </a:accent2>
        <a:accent3>
          <a:srgbClr val="C2C2C8"/>
        </a:accent3>
        <a:accent4>
          <a:srgbClr val="FFFE8C"/>
        </a:accent4>
        <a:accent5>
          <a:srgbClr val="AAAEB0"/>
        </a:accent5>
        <a:accent6>
          <a:srgbClr val="E0E0E3"/>
        </a:accent6>
        <a:hlink>
          <a:srgbClr val="575E62"/>
        </a:hlink>
        <a:folHlink>
          <a:srgbClr val="575E62"/>
        </a:folHlink>
      </a:clrScheme>
    </a:extraClrScheme>
    <a:extraClrScheme>
      <a:clrScheme name="IU Blue">
        <a:dk1>
          <a:srgbClr val="1D1D1F"/>
        </a:dk1>
        <a:lt1>
          <a:srgbClr val="FFFFFF"/>
        </a:lt1>
        <a:dk2>
          <a:srgbClr val="00E8ED"/>
        </a:dk2>
        <a:lt2>
          <a:srgbClr val="C2C2C8"/>
        </a:lt2>
        <a:accent1>
          <a:srgbClr val="4DFBFF"/>
        </a:accent1>
        <a:accent2>
          <a:srgbClr val="575E62"/>
        </a:accent2>
        <a:accent3>
          <a:srgbClr val="C2C2C8"/>
        </a:accent3>
        <a:accent4>
          <a:srgbClr val="8BFCFF"/>
        </a:accent4>
        <a:accent5>
          <a:srgbClr val="AAAEB0"/>
        </a:accent5>
        <a:accent6>
          <a:srgbClr val="E0E0E3"/>
        </a:accent6>
        <a:hlink>
          <a:srgbClr val="575E62"/>
        </a:hlink>
        <a:folHlink>
          <a:srgbClr val="575E62"/>
        </a:folHlink>
      </a:clrScheme>
    </a:extraClrScheme>
  </a:extraClrSchemeLst>
  <a:custClrLst>
    <a:custClr name="iu-pink">
      <a:srgbClr val="FE4DF9"/>
    </a:custClr>
    <a:custClr name="iu-pink-dark">
      <a:srgbClr val="E837E4"/>
    </a:custClr>
    <a:custClr name="iu-pink-Regular">
      <a:srgbClr val="FE8BFB"/>
    </a:custClr>
    <a:custClr name="iu-red">
      <a:srgbClr val="FF4757"/>
    </a:custClr>
    <a:custClr name="iu-red-dark">
      <a:srgbClr val="E63D4B"/>
    </a:custClr>
    <a:custClr name="iu-red-Regular">
      <a:srgbClr val="FF8792"/>
    </a:custClr>
    <a:custClr name="iu-orange">
      <a:srgbClr val="FFA73A"/>
    </a:custClr>
    <a:custClr name="iu-orange-dark">
      <a:srgbClr val="FF8D00"/>
    </a:custClr>
    <a:custClr name="iu-orange-Regular">
      <a:srgbClr val="FFC67F"/>
    </a:custClr>
    <a:custClr name="iu-yellow">
      <a:srgbClr val="FFFE4E"/>
    </a:custClr>
    <a:custClr name="iu-yellow-dark">
      <a:srgbClr val="F0EF00"/>
    </a:custClr>
    <a:custClr name="iu-yellow-Regular">
      <a:srgbClr val="FFFE8C"/>
    </a:custClr>
    <a:custClr name="iu-green">
      <a:srgbClr val="55FF4D"/>
    </a:custClr>
    <a:custClr name="iu-green-dark">
      <a:srgbClr val="0BF000"/>
    </a:custClr>
    <a:custClr name="iu-green-Regular">
      <a:srgbClr val="90FF8B"/>
    </a:custClr>
    <a:custClr name="iu-blue">
      <a:srgbClr val="4DFBFF"/>
    </a:custClr>
    <a:custClr name="iu-blue-dark">
      <a:srgbClr val="00E8ED"/>
    </a:custClr>
    <a:custClr name="iu-blue-Regular">
      <a:srgbClr val="8BFCFF"/>
    </a:custClr>
  </a:custClrLst>
  <a:extLst>
    <a:ext uri="{05A4C25C-085E-4340-85A3-A5531E510DB2}">
      <thm15:themeFamily xmlns:thm15="http://schemas.microsoft.com/office/thememl/2012/main" name="50104_PPT_Master_psbrands_iu_EN_06" id="{BEF6CF1F-47E6-0C4B-926A-1AFEFCD6D13E}" vid="{1B9BC923-2F30-8849-A5D5-027EE7A77F5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Regular" panose="020F0302020204030204"/>
        <a:ea typeface=""/>
        <a:cs typeface=""/>
        <a:font script="Jpan" typeface="游ゴシック Regular"/>
        <a:font script="Hang" typeface="맑은 고딕"/>
        <a:font script="Hans" typeface="等线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iu-pink">
      <a:srgbClr val="FE4DF9"/>
    </a:custClr>
    <a:custClr name="iu-pink-dark">
      <a:srgbClr val="E837E4"/>
    </a:custClr>
    <a:custClr name="iu-pink-Regular">
      <a:srgbClr val="FE8BFB"/>
    </a:custClr>
    <a:custClr name="iu-red">
      <a:srgbClr val="FF4757"/>
    </a:custClr>
    <a:custClr name="iu-red-dark">
      <a:srgbClr val="E63D4B"/>
    </a:custClr>
    <a:custClr name="iu-red-Regular">
      <a:srgbClr val="FF8792"/>
    </a:custClr>
    <a:custClr name="iu-orange">
      <a:srgbClr val="FFA73A"/>
    </a:custClr>
    <a:custClr name="iu-orange-dark">
      <a:srgbClr val="FF8D00"/>
    </a:custClr>
    <a:custClr name="iu-orange-Regular">
      <a:srgbClr val="FFC67F"/>
    </a:custClr>
    <a:custClr name="iu-yellow">
      <a:srgbClr val="FFFE4E"/>
    </a:custClr>
    <a:custClr name="iu-yellow-dark">
      <a:srgbClr val="F0EF00"/>
    </a:custClr>
    <a:custClr name="iu-yellow-Regular">
      <a:srgbClr val="FFFE8C"/>
    </a:custClr>
    <a:custClr name="iu-green">
      <a:srgbClr val="55FF4D"/>
    </a:custClr>
    <a:custClr name="iu-green-dark">
      <a:srgbClr val="0BF000"/>
    </a:custClr>
    <a:custClr name="iu-green-Regular">
      <a:srgbClr val="90FF8B"/>
    </a:custClr>
    <a:custClr name="iu-blue">
      <a:srgbClr val="4DFBFF"/>
    </a:custClr>
    <a:custClr name="iu-blue-dark">
      <a:srgbClr val="00E8ED"/>
    </a:custClr>
    <a:custClr name="iu-blue-Regular">
      <a:srgbClr val="8BFC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ec0e1a2-438f-4e69-8279-a10b6902627d" xsi:nil="true"/>
    <lcf76f155ced4ddcb4097134ff3c332f xmlns="4b2a1b0d-3316-4dbf-b4fb-ddd40a0c73ef">
      <Terms xmlns="http://schemas.microsoft.com/office/infopath/2007/PartnerControls"/>
    </lcf76f155ced4ddcb4097134ff3c332f>
    <Done xmlns="4b2a1b0d-3316-4dbf-b4fb-ddd40a0c73e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A9CB16ACBBB944AA85C26E4A670FDAD" ma:contentTypeVersion="15" ma:contentTypeDescription="Create a new document." ma:contentTypeScope="" ma:versionID="20f808c99518c3221eb4f4f3ac033d06">
  <xsd:schema xmlns:xsd="http://www.w3.org/2001/XMLSchema" xmlns:xs="http://www.w3.org/2001/XMLSchema" xmlns:p="http://schemas.microsoft.com/office/2006/metadata/properties" xmlns:ns2="4b2a1b0d-3316-4dbf-b4fb-ddd40a0c73ef" xmlns:ns3="0ec0e1a2-438f-4e69-8279-a10b6902627d" targetNamespace="http://schemas.microsoft.com/office/2006/metadata/properties" ma:root="true" ma:fieldsID="79aeb7d1c600a07da2b8477b74331c48" ns2:_="" ns3:_="">
    <xsd:import namespace="4b2a1b0d-3316-4dbf-b4fb-ddd40a0c73ef"/>
    <xsd:import namespace="0ec0e1a2-438f-4e69-8279-a10b690262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Don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2a1b0d-3316-4dbf-b4fb-ddd40a0c73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9e705d6-38b3-4b97-b0df-0b3ae6773d96"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Done" ma:index="21" nillable="true" ma:displayName="Done" ma:format="Dropdown" ma:internalName="Done">
      <xsd:simpleType>
        <xsd:restriction base="dms:Choice">
          <xsd:enumeration value="Final"/>
          <xsd:enumeration value="Noch zu erledigen"/>
          <xsd:enumeration value="Holger"/>
          <xsd:enumeration value="IBAN"/>
          <xsd:enumeration value="Auswahl 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c0e1a2-438f-4e69-8279-a10b6902627d"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5cdcc2f-6658-456a-b8fd-059bf24919ae}" ma:internalName="TaxCatchAll" ma:showField="CatchAllData" ma:web="0ec0e1a2-438f-4e69-8279-a10b690262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194F03-4925-47BE-9A03-84F2B92978B5}">
  <ds:schemaRefs>
    <ds:schemaRef ds:uri="http://schemas.microsoft.com/sharepoint/v3/contenttype/forms"/>
  </ds:schemaRefs>
</ds:datastoreItem>
</file>

<file path=customXml/itemProps2.xml><?xml version="1.0" encoding="utf-8"?>
<ds:datastoreItem xmlns:ds="http://schemas.openxmlformats.org/officeDocument/2006/customXml" ds:itemID="{AA4DE7B9-C83D-488F-A39C-3AD78CD896DA}">
  <ds:schemaRefs>
    <ds:schemaRef ds:uri="http://schemas.openxmlformats.org/package/2006/metadata/core-properties"/>
    <ds:schemaRef ds:uri="http://purl.org/dc/elements/1.1/"/>
    <ds:schemaRef ds:uri="http://schemas.microsoft.com/office/2006/documentManagement/types"/>
    <ds:schemaRef ds:uri="0ec0e1a2-438f-4e69-8279-a10b6902627d"/>
    <ds:schemaRef ds:uri="4b2a1b0d-3316-4dbf-b4fb-ddd40a0c73ef"/>
    <ds:schemaRef ds:uri="http://www.w3.org/XML/1998/namespace"/>
    <ds:schemaRef ds:uri="http://purl.org/dc/dcmitype/"/>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0F870905-182E-4EC8-B101-4C3B9097A9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2a1b0d-3316-4dbf-b4fb-ddd40a0c73ef"/>
    <ds:schemaRef ds:uri="0ec0e1a2-438f-4e69-8279-a10b690262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IU_PPT_Master_EN_greenV06</Template>
  <TotalTime>536</TotalTime>
  <Words>2263</Words>
  <Application>Microsoft Macintosh PowerPoint</Application>
  <PresentationFormat>Widescreen</PresentationFormat>
  <Paragraphs>283</Paragraphs>
  <Slides>19</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Source Sans Pro</vt:lpstr>
      <vt:lpstr>Calibri</vt:lpstr>
      <vt:lpstr>Source Serif Pro</vt:lpstr>
      <vt:lpstr>Source Sans Pro Bold</vt:lpstr>
      <vt:lpstr>Wingdings</vt:lpstr>
      <vt:lpstr>Symbol</vt:lpstr>
      <vt:lpstr>Arial</vt:lpstr>
      <vt:lpstr>IU</vt:lpstr>
      <vt:lpstr>Supporting Agile Digital Transformation with AI-Driven</vt:lpstr>
      <vt:lpstr>Agenda for this topic
</vt:lpstr>
      <vt:lpstr>PowerPoint Presentation</vt:lpstr>
      <vt:lpstr>The Technical Debt (TD) Dilemma in Modern Development</vt:lpstr>
      <vt:lpstr>PowerPoint Presentation</vt:lpstr>
      <vt:lpstr>PowerPoint Presentation</vt:lpstr>
      <vt:lpstr>Methodology Overview</vt:lpstr>
      <vt:lpstr>PowerPoint Presentation</vt:lpstr>
      <vt:lpstr>PowerPoint Presentation</vt:lpstr>
      <vt:lpstr>PowerPoint Presentation</vt:lpstr>
      <vt:lpstr>Data Splitting &amp; Challenges</vt:lpstr>
      <vt:lpstr>PowerPoint Presentation</vt:lpstr>
      <vt:lpstr>PowerPoint Presentation</vt:lpstr>
      <vt:lpstr>PowerPoint Presentation</vt:lpstr>
      <vt:lpstr>Explainability</vt:lpstr>
      <vt:lpstr>Take away &amp; Next Steps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Title</dc:title>
  <dc:creator>Schoty, Jessica</dc:creator>
  <cp:lastModifiedBy>Lu, Tianxiang, Prof. Dr.</cp:lastModifiedBy>
  <cp:revision>20</cp:revision>
  <dcterms:created xsi:type="dcterms:W3CDTF">2023-05-25T13:35:58Z</dcterms:created>
  <dcterms:modified xsi:type="dcterms:W3CDTF">2025-09-25T00:53:25Z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0x010100DA9CB16ACBBB944AA85C26E4A670FDAD</vt:lpwstr>
  </property>
  <property fmtid="{D5CDD505-2E9C-101B-9397-08002B2CF9AE}" pid="3" name="MediaServiceImageTags">
    <vt:lpwstr/>
  </property>
</Properties>
</file>